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89" r:id="rId34"/>
    <p:sldId id="390" r:id="rId35"/>
    <p:sldId id="391" r:id="rId36"/>
    <p:sldId id="358" r:id="rId10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104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Monday introduced Jira and its vocabulary. Today we write issues a whole team can search, link and trust.</a:t>
            </a:r>
          </a:p>
          <a:p>
            <a:r>
              <a:t>This is where requirements, test planning and the defect lifecycle meet the tool.</a:t>
            </a:r>
          </a:p>
          <a:p>
            <a:r>
              <a:t>Sample project: Demo Project, key DEMO. Screens are shown live in the demo; slides show the key actions.</a:t>
            </a:r>
          </a:p>
          <a:p>
            <a:r>
              <a:t>One analogy: the issue hierarchy as a filing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format, INVEST, Given/When/Then, story points and the DoD were taught in Monday's Scrum deck; here we apply them in Jira.</a:t>
            </a:r>
          </a:p>
          <a:p>
            <a:r>
              <a:t>The defect report itself was taught in the previous deck; here we map it onto Jira fields.</a:t>
            </a:r>
          </a:p>
          <a:p>
            <a:r>
              <a:t>JQL basics were introduced on Monday; today's queries are the ones a QE uses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what an issue is and how issues nest.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issue is one trackable item of work: a feature, a defect, a chore, or a large goal that groups others.</a:t>
            </a:r>
          </a:p>
          <a:p>
            <a:r>
              <a:t>People say ticket, card, story or bug; 'issue' is the umbrella word; story and bug are types.</a:t>
            </a:r>
          </a:p>
          <a:p>
            <a:r>
              <a:t>Issue key = project key + number (DEMO-12); the key never changes.</a:t>
            </a:r>
          </a:p>
          <a:p>
            <a:r>
              <a:t>Status shows where it is in the workflow; workflows are the next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analogy: Epic = folder or chapter, Story/Task/Bug = a document in it, Sub-task = a checklist line.</a:t>
            </a:r>
          </a:p>
          <a:p>
            <a:r>
              <a:t>Sub-tasks are the lowest level and cannot have children or exist alone.</a:t>
            </a:r>
          </a:p>
          <a:p>
            <a:r>
              <a:t>Example: Epic DEMO-1 User Account Management contains stories for register, log in, reset password, a task to prepare test data and a bug.</a:t>
            </a:r>
          </a:p>
          <a:p>
            <a:r>
              <a:t>Some plans add levels above Epic (initiative, theme).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Atlassian is moving toward 'work items' in the interface; they are the same thing as issues.</a:t>
            </a:r>
          </a:p>
          <a:p>
            <a:r>
              <a:t>Team-managed was formerly 'next-gen'; company-managed was 'classic'.</a:t>
            </a:r>
          </a:p>
          <a:p>
            <a:r>
              <a:t>In a team-managed project you can add or rename issue types; in company-managed an administrator does it.</a:t>
            </a:r>
          </a:p>
          <a:p>
            <a:r>
              <a:t>The workflow deck returns to this split for editing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picking the right type saves arguments later.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questions top to bottom; the first 'yes' wins.</a:t>
            </a:r>
          </a:p>
          <a:p>
            <a:r>
              <a:t>Agree the Bug-versus-Story boundary with your team early, and write it down.</a:t>
            </a:r>
          </a:p>
          <a:p>
            <a:r>
              <a:t>Improvement is an optional type; many teams use Story or Task instead.</a:t>
            </a:r>
          </a:p>
          <a:p>
            <a:r>
              <a:t>Spike output is knowledge, not shipped functionality: 'evaluate email verification options, max 1 day'.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Epic test: can you picture 4 to 15 child issues? If not, it is probably a story.</a:t>
            </a:r>
          </a:p>
          <a:p>
            <a:r>
              <a:t>Task check: would a user notice this work directly as a new capability? If no, probably a Task.</a:t>
            </a:r>
          </a:p>
          <a:p>
            <a:r>
              <a:t>Sub-tasks suit work split across people or skills: build the form, write API tests, exploratory testing.</a:t>
            </a:r>
          </a:p>
          <a:p>
            <a:r>
              <a:t>Too many sub-tasks create board clutter.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defect lifecycle and report were the previous deck; this slide is only the Jira decision.</a:t>
            </a:r>
          </a:p>
          <a:p>
            <a:r>
              <a:t>Example: 'Registration accepts invalid email' is a Bug if the story's criteria say only valid formats are allowed.</a:t>
            </a:r>
          </a:p>
          <a:p>
            <a:r>
              <a:t>If no requirement covers it, raise a question to Rohan (PO) or a new story instead.</a:t>
            </a:r>
          </a:p>
          <a:p>
            <a:r>
              <a:t>Part 5 maps every report field onto a Jira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fields are what make an issue searchable.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short, specific, searchable. Description: follow the story or bug template.</a:t>
            </a:r>
          </a:p>
          <a:p>
            <a:r>
              <a:t>Assignee: one person at a time; Unassigned is fine in the backlog.</a:t>
            </a:r>
          </a:p>
          <a:p>
            <a:r>
              <a:t>Custom fields such as Severity or Test Type are added by admins; fill what your team agreed is mandatory.</a:t>
            </a:r>
          </a:p>
          <a:p>
            <a:r>
              <a:t>Due date: use sparingly, for hard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inconsistent labels are as unhelpful as none.</a:t>
            </a:r>
          </a:p>
          <a:p>
            <a:r>
              <a:t>Components can route issues to a component lead automatically.</a:t>
            </a:r>
          </a:p>
          <a:p>
            <a:r>
              <a:t>Labels: lowercase, hyphenated, from an agreed list.</a:t>
            </a:r>
          </a:p>
          <a:p>
            <a:r>
              <a:t>JQL can filter on both: component = Registration AND labels =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create is for speed, not completeness: a trap if you never come back.</a:t>
            </a:r>
          </a:p>
          <a:p>
            <a:r>
              <a:t>On an Epic, 'Add child issue' creates items already attached to it.</a:t>
            </a:r>
          </a:p>
          <a:p>
            <a:r>
              <a:t>CSV import is hard to undo; menu location depends on version and permissions.</a:t>
            </a:r>
          </a:p>
          <a:p>
            <a:r>
              <a:t>Issue view: key and summary at the top, description and activity in the main area, details panel on the right; every in-place edit is recorded in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Monday taught the story format; here we write stories in Jira that testers can work from.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from Monday: As a / I want / so that; INVEST; acceptance criteria vs Definition of Done.</a:t>
            </a:r>
          </a:p>
          <a:p>
            <a:r>
              <a:t>Good criteria are specific (exact values and messages), testable, implementation-free and cover unhappy paths.</a:t>
            </a:r>
          </a:p>
          <a:p>
            <a:r>
              <a:t>The template also has Notes / Links for designs and related keys.</a:t>
            </a:r>
          </a:p>
          <a:p>
            <a:r>
              <a:t>Later, AI tools can only generate useful tests from a story with clear criteria (Week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scenario covers one behaviour; chain extra steps with And or But.</a:t>
            </a:r>
          </a:p>
          <a:p>
            <a:r>
              <a:t>Concrete values make each scenario a manual test today and an automated test later.</a:t>
            </a:r>
          </a:p>
          <a:p>
            <a:r>
              <a:t>Add negative scenarios: duplicate email, invalid format.</a:t>
            </a:r>
          </a:p>
          <a:p>
            <a:r>
              <a:t>Consistency of where criteria live matters more than the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good version gives testers concrete behaviours, negative cases and security thinking.</a:t>
            </a:r>
          </a:p>
          <a:p>
            <a:r>
              <a:t>Another bad example: 'Forgot password: add it like other sites.' 'Like other sites' is not a requirement.</a:t>
            </a:r>
          </a:p>
          <a:p>
            <a:r>
              <a:t>Good reset story: link valid 30 minutes, same message for unknown emails, link usable once, old password stops working.</a:t>
            </a:r>
          </a:p>
          <a:p>
            <a:r>
              <a:t>Red-flag words from the requirements deck apply to stories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story of 8 points or more is hard to estimate, test and finish: split it.</a:t>
            </a:r>
          </a:p>
          <a:p>
            <a:r>
              <a:t>Vertical slices are testable end to end and demonstrable; horizontal slices are not.</a:t>
            </a:r>
          </a:p>
          <a:p>
            <a:r>
              <a:t>Other splits: workflow steps, happy path vs error handling, user role. SPIDR is a technique by Mike Cohn.</a:t>
            </a:r>
          </a:p>
          <a:p>
            <a:r>
              <a:t>Story points and planning poker were Monday; the original 'manage my account' (13+) becomes the Epic.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the defect report from the previous deck, recorded in Jira.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maps to the Priority field, agreed in triage; Assignee is set after triage.</a:t>
            </a:r>
          </a:p>
          <a:p>
            <a:r>
              <a:t>Labels hold tags such as regression or smoke.</a:t>
            </a:r>
          </a:p>
          <a:p>
            <a:r>
              <a:t>Status follows the workflow (next deck): Open, In Progress, Ready for Retest, Closed.</a:t>
            </a:r>
          </a:p>
          <a:p>
            <a:r>
              <a:t>One bug per issue; search for duplicates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Admins can rename or reorder priority levels.</a:t>
            </a:r>
          </a:p>
          <a:p>
            <a:r>
              <a:t>Workaround without a field: a label or a line in the description, but you lose clean reporting.</a:t>
            </a:r>
          </a:p>
          <a:p>
            <a:r>
              <a:t>Example: misspelled company name on the login page is low severity, high priority.</a:t>
            </a:r>
          </a:p>
          <a:p>
            <a:r>
              <a:t>Don't shout priority in the description ('Fix ASAP!!!'); use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developer can reproduce this in under two minutes.</a:t>
            </a:r>
          </a:p>
          <a:p>
            <a:r>
              <a:t>Newer editor: type # then space for a heading, 1. for a numbered list, three backticks for a code block; older wiki markup uses h3.</a:t>
            </a:r>
          </a:p>
          <a:p>
            <a:r>
              <a:t>Pasting an issue key such as DEMO-14 creates a smart link with the title.</a:t>
            </a:r>
          </a:p>
          <a:p>
            <a:r>
              <a:t>Bad version: 'Registration broken. Doesn't work with emails. Fix ASAP!!!'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links make dependencies visible without copying information.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list varies by configuration: 'tests' often appears with a test-management app; 'causes / is caused by' in some setups.</a:t>
            </a:r>
          </a:p>
          <a:p>
            <a:r>
              <a:t>Clones is added automatically when you clone.</a:t>
            </a:r>
          </a:p>
          <a:p>
            <a:r>
              <a:t>Each link reads differently from each side.</a:t>
            </a:r>
          </a:p>
          <a:p>
            <a:r>
              <a:t>Demo cue: link a bug to its story and show the Linked issues panel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most valuable QE habits.</a:t>
            </a:r>
          </a:p>
          <a:p>
            <a:r>
              <a:t>Common choice: 'relates to', or 'is caused by' if configured. Some teams also put the bug under the story's Epic. Agree one convention.</a:t>
            </a:r>
          </a:p>
          <a:p>
            <a:r>
              <a:t>Later, traceability from bug to requirement helps regression planning.</a:t>
            </a:r>
          </a:p>
          <a:p>
            <a:r>
              <a:t>Rohan (PO) and Meera (SM) use these links in the sprint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comment states build, environment, what was checked, the result, and thanks the developer.</a:t>
            </a:r>
          </a:p>
          <a:p>
            <a:r>
              <a:t>Attachments: name files meaningfully (login-error-chrome.png), never attach real customer data or passwords; paste images with Ctrl+V.</a:t>
            </a:r>
          </a:p>
          <a:p>
            <a:r>
              <a:t>History shows if acceptance criteria changed after testing began, or a bug's priority moved.</a:t>
            </a:r>
          </a:p>
          <a:p>
            <a:r>
              <a:t>Use internal comments only where your setup has them and it's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7: how a QE tracks and finds work in Jira.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Sub-tasks can be assigned, estimated and moved on the board; testing stops being squeezed into the last day.</a:t>
            </a:r>
          </a:p>
          <a:p>
            <a:r>
              <a:t>Tie the open testing sub-task to the Definition of Done.</a:t>
            </a:r>
          </a:p>
          <a:p>
            <a:r>
              <a:t>Detailed test cases can live in a spreadsheet or Confluence page linked from the issue.</a:t>
            </a:r>
          </a:p>
          <a:p>
            <a:r>
              <a:t>Result comment: 'Build 0.3.2: AC1 pass, AC2 pass, AC3 FAIL see DEMO-31.'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Shape: field operator value, joined with AND, OR, NOT, optionally ORDER BY. Basics were Monday.</a:t>
            </a:r>
          </a:p>
          <a:p>
            <a:r>
              <a:t>statusCategory != Done is safer than listing status names; resolution = Unresolved finds unfinished issues.</a:t>
            </a:r>
          </a:p>
          <a:p>
            <a:r>
              <a:t>More: created &gt;= -7d (last week); sprint in openSprints(); parent = DEMO-1 (Epic children); duedate &lt; now().</a:t>
            </a:r>
          </a:p>
          <a:p>
            <a:r>
              <a:t>Field names vary ('Story Points' vs 'Story point estimate'); some functions need apps or newer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Bulk operations: edit, transition, move, delete, watch. Special permissions may be needed.</a:t>
            </a:r>
          </a:p>
          <a:p>
            <a:r>
              <a:t>Clone prefixes 'CLONE -' and links back with 'clones'; useful to repeat a test task each sprint.</a:t>
            </a:r>
          </a:p>
          <a:p>
            <a:r>
              <a:t>Move gives the issue a new key in a new project; the old key redirects; some fields may not carry over.</a:t>
            </a:r>
          </a:p>
          <a:p>
            <a:r>
              <a:t>Changing only the type is also done through Move in many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for a stranger reading in six months.</a:t>
            </a:r>
          </a:p>
          <a:p>
            <a:r>
              <a:t>Groom the backlog: remove duplicates, close the obsolete, keep the top refined.</a:t>
            </a:r>
          </a:p>
          <a:p>
            <a:r>
              <a:t>Agree definitions: Bug vs Story, what each priority means. Write them down.</a:t>
            </a:r>
          </a:p>
          <a:p>
            <a:r>
              <a:t>AI features in Jira (summaries, drafting, natural-language JQL) are covered cautiously in Week 8; treat output as a draft and check generated JQL.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Epic as a dumping ground; skipping the duplicate search; inconsistent labels; silently editing a description after estimating; sensitive data in attachments; estimating in both hours and points.</a:t>
            </a:r>
          </a:p>
          <a:p>
            <a:r>
              <a:t>Ask which mistake learners have already seen in a real tracker.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'Where does severity live in Jira?' (a custom field).</a:t>
            </a:r>
          </a:p>
          <a:p>
            <a:r>
              <a:t>Bridge: the next deck puts these issues on boards and moves them through workflows.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Atlassian documentation changes often; check it when screens differ from the demo.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Jira Issues, Stories, Tasks and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Writing issues a whole team can search, link and trust: epics, stories with acceptance criteria, bugs, links, estimates and JQL.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568196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Issue types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7228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38044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Fields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71900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7660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Stories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76672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2432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Bugs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7628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42048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Links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7590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41664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JQL for QE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Choose the right issue type and place it in the Epic–Story–Sub-task hierarchy.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Fill in the fields that make an issue searchable and reportable.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a story whose acceptance criteria a QE can test.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Log a bug by mapping the defect report onto Jira fields, and link it.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Make QE work visible in Jira and find it with JQL.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and the Hierarchy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unit of work, its levels, and project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Every Issue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85216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DEMO-12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6008" y="1810512"/>
            <a:ext cx="1645920" cy="4114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317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User can register with email and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Assignee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3566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Karan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3977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Rohan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800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3492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Comments · History · Links · Attachments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37360"/>
            <a:ext cx="4727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Why issues, not spreadsheets?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286000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Searchable with JQL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999232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Linkable to other issues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712464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Traceable: history of every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25696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Assignable to one owner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138928"/>
            <a:ext cx="4727448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Reportable on boards and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4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Issue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69164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Epic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weeks to months · a folder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560320" y="2468880"/>
            <a:ext cx="3538728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80160" y="29718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Story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user value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749039"/>
            <a:ext cx="0" cy="50292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4480" y="425196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minutes to hours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989320" y="2468880"/>
            <a:ext cx="109728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29718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Task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non-feature 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3749039"/>
            <a:ext cx="0" cy="50292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80" y="425196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minutes to hours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468880"/>
            <a:ext cx="3319272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29718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Bug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defect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0" y="3749039"/>
            <a:ext cx="0" cy="50292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425196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minutes to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257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Stories, tasks and bugs fit in one sprint (a document in the folder); sub-tasks are its checklist 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5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Newer Names and Project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Same ideas, newer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1488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'Work items' instead of 'issues' in newer screens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Parent field replaces 'Epic Link'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Levels numbered: Epic 1, Story 0, Sub-task −1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Menus move: focus on the ideas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691640"/>
          <a:ext cx="5550408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828800"/>
                <a:gridCol w="1984248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Team-managed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Company-managed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Set up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The team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Jira admins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Types and fields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This project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Shared schemes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Small, fast teams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Consistency at scale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4480560"/>
            <a:ext cx="55504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Course default types: Epic, Story, Task, Bug, Sub-task.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6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and Writing Issue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Epic, Story, Task, Bug, Sub-task and Spike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7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an Issue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Something broken against the spec?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33288" y="2020824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33288" y="16642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1460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Delivers value a user notices?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33288" y="2843784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33288" y="24871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146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33756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Needed work, not a feature?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33288" y="3666744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33288" y="33101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3756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16052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Time-boxed investigation?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33288" y="4489704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33288" y="4133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605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Spike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98348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 step inside another issue?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33288" y="5312664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33288" y="4956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98348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Sub-task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1691640"/>
            <a:ext cx="2807208" cy="39319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Many goals at once?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Group them under an Epic: you can picture 4 to 15 children.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Works as designed but the design is wrong? Usually a new Story, not a Bug.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8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Epics, Tasks and Sub-tasks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330066"/>
                </a:solidFill>
                <a:latin typeface="Arial"/>
              </a:rPr>
              <a:t>Epic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Short noun phrase: "User Account Management"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Description: goal, who benefits, in and out of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E7D32"/>
                </a:solidFill>
                <a:latin typeface="Arial"/>
              </a:rPr>
              <a:t>Task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Starts with a verb: "Prepare test data for registration"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Add 'done when': sheet saved and linked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330066"/>
                </a:solidFill>
                <a:latin typeface="Arial"/>
              </a:rPr>
              <a:t>Sub-task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Verb + object: "Execute functional tests for DEMO-2"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day or more with its own criteria? Make it a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257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Avoid: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an Epic with one child, or a 'Misc' Epic for leftovers.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9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or Story? Writing the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Bug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Software behaves differently from what was specified or reasonably expected.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New story or question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Works as designed, but the design is wrong or a need is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069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Summary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names the problem: [Area] symptom when condition.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Description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gives environment, steps, expected, actual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10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Fields and Creating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boxes on the card, labels versus components, and four ways to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11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Fields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084831" cy="2560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Describe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Summary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Description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Issue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91640"/>
            <a:ext cx="2084831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55A11"/>
                </a:solidFill>
                <a:latin typeface="Arial"/>
              </a:rPr>
              <a:t>Decide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Priority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Assignee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Reporter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6632" y="1691640"/>
            <a:ext cx="2084831" cy="25603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5B2C83"/>
                </a:solidFill>
                <a:latin typeface="Arial"/>
              </a:rPr>
              <a:t>Group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Labels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Components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Parent (Epic)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8624" y="1691640"/>
            <a:ext cx="2084831" cy="2560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Plan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Sprint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Fix version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Story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0616" y="1691640"/>
            <a:ext cx="2084831" cy="25603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Bug detail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Environment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Affects version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Attachments, 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5262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Priority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= how important · </a:t>
            </a:r>
            <a:r>
              <a:rPr sz="1700" b="1" i="0">
                <a:solidFill>
                  <a:srgbClr val="330066"/>
                </a:solidFill>
                <a:latin typeface="Arial"/>
              </a:rPr>
              <a:t>Sprint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= when, short term · </a:t>
            </a:r>
            <a:r>
              <a:rPr sz="1700" b="1" i="0">
                <a:solidFill>
                  <a:srgbClr val="330066"/>
                </a:solidFill>
                <a:latin typeface="Arial"/>
              </a:rPr>
              <a:t>Fix version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= which release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Pick one estimate method (points or hours), not both. Fields shown depend on project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12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Labels vs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297680"/>
                <a:gridCol w="42976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Labels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Components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Free-text tags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Predefined product parts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Created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Anyone, by typing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Project admins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Consistency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Easy to misspell (login, Login)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Chosen from a list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Extras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Search and filter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Lead, default assignee, reports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Use for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regression, smoke, needs-ux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Registration, Login, Dashboard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86400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961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in the product? Component. A theme that cuts across areas? Label. Keep the label list short and agreed.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13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Create button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3172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Top bar: Create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Pick project and type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Summary, description,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Quick create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33172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+ Create issue in backlog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Type summary, press Enter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Come back to add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9164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Template or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33172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Paste the team template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Or clone a good issue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Edit the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69164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CSV import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33172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Header row, column per field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Map columns to fields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Test with 2-3 rows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02920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38928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SHOWN LIVE IN THE DEMO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Create dialog, quick create on the backlog, and the issue view (header, details panel, activity).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14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Stories a QE Can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 template, acceptance criteria, good versus bad, and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15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Story Template in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603504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As a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new visitor,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I want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to create an account with email and password,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so that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I can use member-only features.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Acceptance criteria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Invalid email: "Please enter a valid email address."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Password 8-64 characters, with a number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Duplicate email rejected with a clear message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Out of scope: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social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737360"/>
            <a:ext cx="4636008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Criteria under a heading in the Description, or a dedicated field.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INVEST: the QE owns the T. Can't imagine the test? Not ready.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Criteria per story; the DoD applies to every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16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Criteria: Scenario or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Scenario (Given / When / Then)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Given no account exists for new.user@example.com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When I register with that email and Passw0rd!23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Then I see "Registration successful"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And a verification email is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69164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Checklist (rules)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2860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☐ Email needs @ and a domain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☐ Required fields show inline errors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☐ Duplicate email rejected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☐ Button disabled while submitting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12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Scenarios suit multi-step behaviour; checklists suit simple rules. Many stories use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17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vs Good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40280"/>
            <a:ext cx="3931920" cy="2743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Summary: Login page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"Build login page. Should be fast. Handle errors."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8888" y="1645920"/>
            <a:ext cx="676656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8888" y="2240280"/>
            <a:ext cx="6766560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Registered user can log in with email and password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As a registered user, I want to log in so that I can see my account.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Success: dashboard with name in header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Wrong password: "Incorrect email or password."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5 failures: "Account locked. Try again in 15 minutes."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12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Bad: an artefact, not value; 'fast' and 'handle errors' are untestable; no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18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Splitting Large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Horizontal slices (avoid)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0312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UI: nothing a user can try alone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78892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API: nothing a user can try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474720"/>
            <a:ext cx="5303520" cy="56692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Database: nothing a user can try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Vertical slices (prefer)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103120"/>
            <a:ext cx="1645920" cy="19385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Register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UI + API +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103120"/>
            <a:ext cx="1645920" cy="19385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 in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UI + API +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2952" y="2103120"/>
            <a:ext cx="1645920" cy="19385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Reset password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UI + API + DB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" y="4343400"/>
          <a:ext cx="109728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3291840"/>
                <a:gridCol w="60350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SPIDR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Split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S / 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Spike · Paths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Email link first, security questions later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I / D / 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Interfaces · Data · Rules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Web first; basic rules before strength meter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19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Bugs in Jira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Mapping the defect report onto fields, severity as a custom field, and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20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Report to Jira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Defect ID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0" y="1856232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52160" y="1645920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Issue key (automatic)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139696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Title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350008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52160" y="2139696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633472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Steps, expected, actual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843784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52160" y="2633472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127248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Environment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337560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52160" y="3127248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Environment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621024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Build where found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3831336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52160" y="3621024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Affects 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114800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Severity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4325112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52160" y="4114800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Custom field 'Severity'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608576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Area or module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46320" y="4818888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52160" y="4608576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Components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102352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46320" y="5312664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52160" y="5102352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Attachments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96128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Related story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46320" y="5806440"/>
            <a:ext cx="10058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52160" y="5596128"/>
            <a:ext cx="4206240" cy="42062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Linked issues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645920"/>
            <a:ext cx="13441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Reporter, Created and Status fill themselves.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21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Is Built In; Severity Is Custom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Priority (default field)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Highest · High · Medium · Low · Lowest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Business urgency, set with the 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Severity (custom field)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Critical · Major · Minor · Trivial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Technical impact, proposed by the QE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343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No Severity field? Ask an admin to add a dropdown: a real field can be searched and reported.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severity/priority matrix was taught in the defect lifecycle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22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Well-Formatted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694944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64922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[Registration] Email "user@domain" without a dot is accepted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Environment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0.3.1 · QA · Chrome on Windows 11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Steps to reproduce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1. Open /register  2. Email user@domain  3. Create account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Expected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error, no account (DEMO-14, AC 1)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Actual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"Registration successful."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{ "status": 201, "email": "user@domain" }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F4E79"/>
                </a:solidFill>
                <a:latin typeface="Arial"/>
              </a:rPr>
              <a:t>Frequency 5/5 · @Karan can you take a look?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721608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Headings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separate sections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542032"/>
            <a:ext cx="3721608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Numbered list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438144"/>
            <a:ext cx="3721608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Code block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logs,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334256"/>
            <a:ext cx="3721608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Panel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workaround, 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5230368"/>
            <a:ext cx="3721608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@mention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ask one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23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 and Collaboration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Relationships between issues, and working together inside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24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Set up test environment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04487" y="2011680"/>
            <a:ext cx="347472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04487" y="167335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487" y="2057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is blocked 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9208" y="1691640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Test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532888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Bug DEMO-9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4487" y="2852928"/>
            <a:ext cx="347472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04487" y="25146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relates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8986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relates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9208" y="2532888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Story DEMO-2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374136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New bug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04487" y="3694176"/>
            <a:ext cx="347472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04487" y="33558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373989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is duplicated by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3374136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Earlier bug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215384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Test case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04487" y="4535424"/>
            <a:ext cx="347472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04487" y="419709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7" y="458114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is tested by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8" y="4215384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056632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04487" y="5376672"/>
            <a:ext cx="347472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04487" y="503834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clones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7" y="5422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is cloned by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9208" y="5056632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Key actions: open the issue · Link issue · pick type · choose the other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25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Linking Bugs to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10312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DEMO-2  Story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User can register with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737360"/>
            <a:ext cx="5733288" cy="10058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DEMO-9  Bug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Email without a dot accepted · Open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636008" y="2240280"/>
            <a:ext cx="1216152" cy="59436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852160" y="3108960"/>
            <a:ext cx="5733288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DEMO-11  Bug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Error text overlaps on mobile · Closed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36008" y="2834640"/>
            <a:ext cx="1216152" cy="77724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2331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relates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206240"/>
            <a:ext cx="10972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story shows its open defects at a glance.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PO and SM see it cannot be Done yet.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Defects per story or Epic can be reported.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Duplicates: link and close as Duplicate, never delete.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26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Comments, Mentions, Watchers,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Comments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decisions in the issue, not in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0488" y="1691640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@Mentions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Ask one person; don't notify 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108960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Watchers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Follow the stories you test and bugs you raised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3108960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History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 change, who and when; edits can't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663440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7316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A COMMENT THAT HELPS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"Retested on build 0.3.2 (Chrome, Windows 11). user@domain now rejected; user@domain.com still works. No regression on login. Moving to Verified. Thanks @Karan."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27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QE Work and JQL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Making testing visible, everyday queries, and keeping issues tidy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28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Testing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402336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DEMO-2 Story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Register with email · 5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691640"/>
            <a:ext cx="6099048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Sub-task: Review criteria for testability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636008" y="1975104"/>
            <a:ext cx="850392" cy="310896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0" y="2404872"/>
            <a:ext cx="6099048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Sub-task: Design test cases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36008" y="2286000"/>
            <a:ext cx="850392" cy="402336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3118104"/>
            <a:ext cx="6099048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Sub-task: Execute functional tests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286000"/>
            <a:ext cx="850392" cy="111556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3831335"/>
            <a:ext cx="6099048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Sub-task: Exploratory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36008" y="2286000"/>
            <a:ext cx="850392" cy="182879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4544568"/>
            <a:ext cx="6099048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Sub-task: Regression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36008" y="2286000"/>
            <a:ext cx="850392" cy="2542032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200400"/>
            <a:ext cx="3931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 test plugin? Put scenarios in the story, record results in a comment, add a qe-verified label.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Testing sub-task stays open until testing is done.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Test apps (Xray, Zephyr) add Test, Test Plan and Test Execution types; not needed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29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JQL for a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4066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JQL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Open bugs in my project?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ourier New"/>
                        </a:rPr>
                        <a:t>project = DEMO AND issuetype = Bug AND statusCategory !=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High-priority bugs unresolved?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ourier New"/>
                        </a:rPr>
                        <a:t>... AND priority in (Highest, High) AND resolution = Unresolved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Bugs I reported?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ourier New"/>
                        </a:rPr>
                        <a:t>... AND reporter = currentUser()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Unassigned, needing triage?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ourier New"/>
                        </a:rPr>
                        <a:t>... AND assignee IS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Possible duplicate before logging?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ourier New"/>
                        </a:rPr>
                        <a:t>... AND summary ~ "registration" AND summary ~ "email"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Read it aloud in plain English; then Save as a filter for boards and dashboards.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30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 Change, Clone and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2926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Bulk change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Run a search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… → Bulk change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Pick issues and operation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4. Review, confirm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2926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Clone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Open issue → … → Clone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Edit the summary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Choose links, sub-tasks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4. 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20440" cy="2926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Move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1. Open issue → … → Move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2. New project or type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3. Map fields and statuses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4. Confirm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89204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01768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SHOWN LIVE IN THE DEMO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Bulk-adding a label to a filter's results. Bulk changes are hard to undo: check the filter first, avoid bulk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31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3931920"/>
                <a:gridCol w="539496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Convention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User capability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User can register with email and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Starts with a verb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Prepare test data for registration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[Area] symptom when 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[Login] No error when password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Epic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Short noun phrase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User Account Management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lowercase-hyphenated, agreed list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regression, smoke, needs-ux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One issue = one thing (no 'and' in summaries) · honest, prompt status · no secrets in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32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4864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Vague summary: "It doesn't work"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[Area] symptom when 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Several bugs in one issue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bug per issue, linked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Story with no acceptance criteria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Add testable criteria before planning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Bug not linked to its 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Link every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Everything priority 'Highest'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Agree definitions; use sparingly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Quick-created cards left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Return and complete the description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33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An issue is searchable, linkable, traceable, assignable and reportable.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Epic holds Stories, Tasks and Bugs; Sub-tasks are their steps.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Fields make issues findable: use components for areas, labels for themes.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testable story has clear acceptance criteria: scenario, checklist or both.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good bug maps the defect report onto fields and links to its 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Sub-tasks, comments and JQL make QE work visible and easy to find.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34 / 35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Support: Jira Software issues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https://support.atlassian.com/jira-software-cloud/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Agile Coach: User stories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https://www.atlassian.com/agile/project-management/user-stories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Support: Advanced search with JQL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https://support.atlassian.com/jira-software-cloud/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Issues  ·  Week 3 · Tuesday   |   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