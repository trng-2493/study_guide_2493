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99" r:id="rId32"/>
    <p:sldId id="400" r:id="rId33"/>
    <p:sldId id="370" r:id="rId116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116" Type="http://schemas.openxmlformats.org/officeDocument/2006/relationships/slide" Target="slides/slide1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 (%)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Sheet1!$A$2:$A$4</c:f>
              <c:strCache>
                <c:ptCount val="3"/>
                <c:pt idx="0">
                  <c:v>Start: MTBF 500 h, MTTR 2 h</c:v>
                </c:pt>
                <c:pt idx="1">
                  <c:v>Double MTBF to 1,000 h</c:v>
                </c:pt>
                <c:pt idx="2">
                  <c:v>Cut MTTR to 0.5 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99.602</c:v>
                </c:pt>
                <c:pt idx="1">
                  <c:v>99.8</c:v>
                </c:pt>
                <c:pt idx="2">
                  <c:v>99.9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3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(linear)</c:v>
                </c:pt>
              </c:strCache>
            </c:strRef>
          </c:tx>
          <c:spPr>
            <a:ln w="34925">
              <a:solidFill>
                <a:srgbClr val="808080"/>
              </a:solidFill>
            </a:ln>
          </c:spPr>
          <c:marker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</c:v>
                </c:pt>
              </c:strCache>
            </c:strRef>
          </c:tx>
          <c:spPr>
            <a:ln w="34925">
              <a:solidFill>
                <a:srgbClr val="2E7D32"/>
              </a:solidFill>
            </a:ln>
          </c:spPr>
          <c:marker>
            <c:spPr>
              <a:solidFill>
                <a:srgbClr val="2E7D32"/>
              </a:solidFill>
              <a:ln>
                <a:solidFill>
                  <a:srgbClr val="2E7D3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</c:v>
                </c:pt>
                <c:pt idx="1">
                  <c:v>950</c:v>
                </c:pt>
                <c:pt idx="2">
                  <c:v>1700</c:v>
                </c:pt>
                <c:pt idx="3">
                  <c:v>2800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A5A5A"/>
                    </a:solidFill>
                    <a:latin typeface="Arial"/>
                  </a:rPr>
                  <a:t>requests per second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deck of the day and of Week 3.</a:t>
            </a:r>
          </a:p>
          <a:p>
            <a:r>
              <a:t>Performance (previous deck) asks how fast; this deck asks what happens when parts fail and when demand grows.</a:t>
            </a:r>
          </a:p>
          <a:p>
            <a:r>
              <a:t>One analogy: supermarket checkouts.</a:t>
            </a:r>
          </a:p>
          <a:p>
            <a:r>
              <a:t>The written lesson keeps the Python demo (availability maths, retry and circuit breaker, Amdahl model), all worked examples, the postmortem template and the full fault-scenario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'Monday morning the database restarts. Six minutes nobody can log in. Did testing fail?'</a:t>
            </a:r>
          </a:p>
          <a:p>
            <a:r>
              <a:t>Objective 2 is pencil-and-paper arithmetic; the demo checks it with Python.</a:t>
            </a:r>
          </a:p>
          <a:p>
            <a:r>
              <a:t>Fault injection is done only in a test environment, never on production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questions, the analogy and the vocabulary.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are non-functional types from the functional vs non-functional deck.</a:t>
            </a:r>
          </a:p>
          <a:p>
            <a:r>
              <a:t>A system can be fast and fragile, or slow and very reliable.</a:t>
            </a:r>
          </a:p>
          <a:p>
            <a:r>
              <a:t>Scalability testing builds on the load tests from the previous deck.</a:t>
            </a:r>
          </a:p>
          <a:p>
            <a:r>
              <a:t>Ask: which question does a power cut in one data centre raise? (Reliability.)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'No receipt twice' is idempotency (Part 4); the spare till is failover.</a:t>
            </a:r>
          </a:p>
          <a:p>
            <a:r>
              <a:t>The shared cash office is the serial part in Amdahl's law (Part 5).</a:t>
            </a:r>
          </a:p>
          <a:p>
            <a:r>
              <a:t>Ask: what is the 'cash office' in a web app? (A single database writer, a shared lock.)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Wednesday's chain: an error introduces a defect, which can cause a failure.</a:t>
            </a:r>
          </a:p>
          <a:p>
            <a:r>
              <a:t>Reliability is about failures seen in operation, over time.</a:t>
            </a:r>
          </a:p>
          <a:p>
            <a:r>
              <a:t>Each sub-characteristic suggests tests: soak (maturity), uptime monitoring (availability), fault injection (tolerance), restore drills (recoverability).</a:t>
            </a:r>
          </a:p>
          <a:p>
            <a:r>
              <a:t>Ask: which sub-characteristic does a backup restore test check? (Recoverability.)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Available but unreliable: up 99.9% of the time but failing many requests while up.</a:t>
            </a:r>
          </a:p>
          <a:p>
            <a:r>
              <a:t>Reliable but unavailable: correct when up, but down for planned maintenance every night.</a:t>
            </a:r>
          </a:p>
          <a:p>
            <a:r>
              <a:t>Durability: an accepted registration is never lost, even after a crash.</a:t>
            </a:r>
          </a:p>
          <a:p>
            <a:r>
              <a:t>Ask: the site is up but logins fail 1 time in 20. Which term? (Available, not reliable.)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reliability arithmetic.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MTTR can mean repair, recover, respond or resolve: check which one your team uses.</a:t>
            </a:r>
          </a:p>
          <a:p>
            <a:r>
              <a:t>MTTF is for non-repairable items: average life (for example 5 tokens totalling 5,000 hours: MTTF 1,000 h).</a:t>
            </a:r>
          </a:p>
          <a:p>
            <a:r>
              <a:t>Failure rate for constant random failures: lambda = 1 / MTBF.</a:t>
            </a:r>
          </a:p>
          <a:p>
            <a:r>
              <a:t>Check: up time 992 / 1,000 also gives 99.2%.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500 / 502 = 99.602%; 1,000 / 1,002 = 99.800%; 500 / 500.5 = 99.900%.</a:t>
            </a:r>
          </a:p>
          <a:p>
            <a:r>
              <a:t>The vertical axis starts near 99.5%: small looking differences are hours per year.</a:t>
            </a:r>
          </a:p>
          <a:p>
            <a:r>
              <a:t>Monitoring and automated restart shorten MTTR; better code and testing raise MTBF.</a:t>
            </a:r>
          </a:p>
          <a:p>
            <a:r>
              <a:t>Ask: which is cheaper for a small team: fewer failures or faster recovery?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Series: login needs the web server and the database.</a:t>
            </a:r>
          </a:p>
          <a:p>
            <a:r>
              <a:t>Parallel: two redundant servers behind a load balancer.</a:t>
            </a:r>
          </a:p>
          <a:p>
            <a:r>
              <a:t>Shared configuration is a classic common cause: a bad setting deployed to both servers.</a:t>
            </a:r>
          </a:p>
          <a:p>
            <a:r>
              <a:t>Ask: login needs web, auth service and database, each 99.9%. Availability? (About 99.7%.)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365-day year is 525,600 minutes; a 30-day month is 43,200 minutes.</a:t>
            </a:r>
          </a:p>
          <a:p>
            <a:r>
              <a:t>Each extra nine usually costs much more: redundancy, automation, people on call.</a:t>
            </a:r>
          </a:p>
          <a:p>
            <a:r>
              <a:t>Planned maintenance may or may not count: the agreement must say.</a:t>
            </a:r>
          </a:p>
          <a:p>
            <a:r>
              <a:t>Ask: one hour of downtime in a month. Does it meet 99.9%? (No: 43.2 minutes allowed.)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how targets are set and how recovery is tested.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aid: the SLI is the thermometer reading, the SLO the temperature we aim for, the SLA the promise with penalties.</a:t>
            </a:r>
          </a:p>
          <a:p>
            <a:r>
              <a:t>Error budgets come from Site Reliability Engineering (SRE) practice (name only).</a:t>
            </a:r>
          </a:p>
          <a:p>
            <a:r>
              <a:t>Testers check that SLIs are actually measured and alert correctly.</a:t>
            </a:r>
          </a:p>
          <a:p>
            <a:r>
              <a:t>Ask: the error budget is spent by day 20. What should the team do? (Prioritise reliability work.)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only nightly backups the worst-case data loss is almost a day.</a:t>
            </a:r>
          </a:p>
          <a:p>
            <a:r>
              <a:t>Continuous log backups every 5 minutes would bring the RPO down to 5 minutes.</a:t>
            </a:r>
          </a:p>
          <a:p>
            <a:r>
              <a:t>A restore drill measures both: time to restore and records missing.</a:t>
            </a:r>
          </a:p>
          <a:p>
            <a:r>
              <a:t>Ask: an RPO of 5 minutes. Are nightly backups enough? (No.)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in a controlled test environment, with approval, and with a way to stop.</a:t>
            </a:r>
          </a:p>
          <a:p>
            <a:r>
              <a:t>Measure recovery: that is the MTTR you will see in production.</a:t>
            </a:r>
          </a:p>
          <a:p>
            <a:r>
              <a:t>Check the data after every fault: no half-created accounts, no duplicates.</a:t>
            </a:r>
          </a:p>
          <a:p>
            <a:r>
              <a:t>Ask: a backup job reports 'success' every night. Enough? (No: restore it and count the records.)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Chaos engineering: disciplined experiments that build confidence in resilience.</a:t>
            </a:r>
          </a:p>
          <a:p>
            <a:r>
              <a:t>Best-known example: a tool that randomly terminates servers during business hours (Chaos Monkey, name only).</a:t>
            </a:r>
          </a:p>
          <a:p>
            <a:r>
              <a:t>Mature teams run experiments continuously; beginners start in test environments.</a:t>
            </a:r>
          </a:p>
          <a:p>
            <a:r>
              <a:t>Ask: what would you measure to prove the hypothesis? (Logins per minute and error rate during the kill.)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resilience patterns, failure modes and fault scenarios.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pattern suggests a test: for example, make the email service slow and check the timeout fires.</a:t>
            </a:r>
          </a:p>
          <a:p>
            <a:r>
              <a:t>Retry with backoff plus jitter stops every client retrying at the same moment.</a:t>
            </a:r>
          </a:p>
          <a:p>
            <a:r>
              <a:t>Graceful degradation: the confirmation email is queued, but registration still succeeds.</a:t>
            </a:r>
          </a:p>
          <a:p>
            <a:r>
              <a:t>Idempotency: a double-clicked Register creates one account (unique constraint or request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Named after the home breaker that trips instead of letting wiring burn.</a:t>
            </a:r>
          </a:p>
          <a:p>
            <a:r>
              <a:t>Closed: calls pass. Open: calls fail fast without touching the service. Half-open: one trial call decides.</a:t>
            </a:r>
          </a:p>
          <a:p>
            <a:r>
              <a:t>Thursday's state transition testing applies directly: valid and invalid transitions.</a:t>
            </a:r>
          </a:p>
          <a:p>
            <a:r>
              <a:t>The demo's Python version proves each transition with a unit test (written lesson).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leak: the program keeps borrowing memory and never gives it back; fine for hours, then slow, then a crash.</a:t>
            </a:r>
          </a:p>
          <a:p>
            <a:r>
              <a:t>Partial failures are the hardest to notice: check every step's outcome.</a:t>
            </a:r>
          </a:p>
          <a:p>
            <a:r>
              <a:t>Patterns on the previous slide answer these modes: bulkheads stop cascades, backoff and jitter calm the herd.</a:t>
            </a:r>
          </a:p>
          <a:p>
            <a:r>
              <a:t>Ask: which failure mode does a single database server create? (Single point of failure.)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in a test environment, with Vikram (DevOps) and the team informed.</a:t>
            </a:r>
          </a:p>
          <a:p>
            <a:r>
              <a:t>Expected behaviour comes from agreed requirements; ask Rohan if none exist.</a:t>
            </a:r>
          </a:p>
          <a:p>
            <a:r>
              <a:t>The written lesson has ten scenarios with injection methods.</a:t>
            </a:r>
          </a:p>
          <a:p>
            <a:r>
              <a:t>Ask: add one scenario for password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Observability lets testers see what the system actually did during fault injection.</a:t>
            </a:r>
          </a:p>
          <a:p>
            <a:r>
              <a:t>Incident timeline measures: time to detect, time to respond, time to recover.</a:t>
            </a:r>
          </a:p>
          <a:p>
            <a:r>
              <a:t>A postmortem: summary, impact, timeline, root causes, what went well, actions with owners (template in the written lesson).</a:t>
            </a:r>
          </a:p>
          <a:p>
            <a:r>
              <a:t>AI can summarise logs and flag anomalies, but verify it and never paste sensitive logs into unapproved tools (Week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scaling approaches, building blocks, efficiency and capacity.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real systems scale up until it gets costly, then scale out.</a:t>
            </a:r>
          </a:p>
          <a:p>
            <a:r>
              <a:t>Auto-scaling must be tested: does it add servers fast enough for a spike, and remove them afterwards?</a:t>
            </a:r>
          </a:p>
          <a:p>
            <a:r>
              <a:t>Containers and orchestration are names for later (Week 7 for pipelines).</a:t>
            </a:r>
          </a:p>
          <a:p>
            <a:r>
              <a:t>Ask: why does scale-out improve reliability too? (No single server is essential.)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is what a service remembers between requests, such as who is logged in.</a:t>
            </a:r>
          </a:p>
          <a:p>
            <a:r>
              <a:t>Test: log in, then take the server you are on out of the pool. Still logged in?</a:t>
            </a:r>
          </a:p>
          <a:p>
            <a:r>
              <a:t>Shared stores become a dependency: test what happens when they are slow.</a:t>
            </a:r>
          </a:p>
          <a:p>
            <a:r>
              <a:t>Ask: which fix survives a server crash best? (Shared store or tokens.)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block adds capacity and a new way to fail.</a:t>
            </a:r>
          </a:p>
          <a:p>
            <a:r>
              <a:t>Replication lag: a new user logs in before the replica has the account, and is refused.</a:t>
            </a:r>
          </a:p>
          <a:p>
            <a:r>
              <a:t>Queues: test what happens when workers stop or the queue grows faster than it drains.</a:t>
            </a:r>
          </a:p>
          <a:p>
            <a:r>
              <a:t>Indexing keeps login by email fast as the user table grows (performance deck).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 test: raise load step by step while adding resources; compare throughput with one server.</a:t>
            </a:r>
          </a:p>
          <a:p>
            <a:r>
              <a:t>Speedup = throughput with n units / throughput with 1 unit.</a:t>
            </a:r>
          </a:p>
          <a:p>
            <a:r>
              <a:t>The serial part (a single database writer, a shared lock) caps speedup, however many servers are added.</a:t>
            </a:r>
          </a:p>
          <a:p>
            <a:r>
              <a:t>Cost: as efficiency falls, each unit of capacity costs more; worth it only if the capacity is needed.</a:t>
            </a:r>
          </a:p>
          <a:p>
            <a:r>
              <a:t>Ask: 1 server 300 req/s, 4 servers 600. Efficiency? (50%: look for the shared bottleneck.)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Headroom: spare capacity above peak; N+1: one spare so a single failure does not cut capacity.</a:t>
            </a:r>
          </a:p>
          <a:p>
            <a:r>
              <a:t>Forecasts come from Sunita's business plans and production trends.</a:t>
            </a:r>
          </a:p>
          <a:p>
            <a:r>
              <a:t>The 400 req/s figure comes from a capacity test (performance deck).</a:t>
            </a:r>
          </a:p>
          <a:p>
            <a:r>
              <a:t>Ask: growth doubles. How many servers in 6 months? (Recalculate: the method matters, not the number.)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no alerts tested; retries without backoff; ignoring partial failures; trusting AI anomaly detection without checking; sticky sessions without a failover test.</a:t>
            </a:r>
          </a:p>
          <a:p>
            <a:r>
              <a:t>Ask: which mistake turns a one-minute outage into a lost day of data?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'MTBF 999 h, MTTR 1 h.' Availability? (99.9%.)</a:t>
            </a:r>
          </a:p>
          <a:p>
            <a:r>
              <a:t>Week 3 wrap-up: from SDLC and STLC to test design and today's advanced topics; next week the designs become automated tests (pytest).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Python demo, every worked example, the postmortem template and the full fault-scenario tables.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Reliability and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What happens when things go wrong, and what happens when things grow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458221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Reliability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55897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96007" y="3520440"/>
            <a:ext cx="165378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MTBF and MTTR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34819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4929" y="3520440"/>
            <a:ext cx="126265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The nines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22615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2725" y="3520440"/>
            <a:ext cx="116487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Recovery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12630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52740" y="3520440"/>
            <a:ext cx="224047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Resilience patterns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178242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18352" y="3520440"/>
            <a:ext cx="106709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reliability, availability and resilience and keep them apart.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Calculate MTBF, MTTR and availability; convert the nines into downtime.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SLOs, error budgets, RTO and RPO, and how recovery is tested.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Name resilience patterns and failure modes; design fault scenarios.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Compare scaling approaches; calculate efficiency; plan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working, recover quickly and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3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Performance (earlier)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fast, and how much can it take?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Reliability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it keep working, and recover safely, when parts fail?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Scalability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When demand grows, does adding resources add capacity, and at what cost?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4805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Performance is speed now; capacity is size now; scalability is how size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4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Supermarket Checkouts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3200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A till breaks (reliability)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move to another till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spare till opens within minutes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receipt is printed twice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3200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The crowd grows (scalability)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Open more tills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new till helps a little less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shared cash office still limits 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21208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Failures will happen; growth will happen. Test for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5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Reliability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Performs its functions without failure, for a stated time, under stated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83464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Maturity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566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Few failures in normal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83464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566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Up and usable when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83464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Fault tolerance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566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Keeps working when a part fails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83464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Recoverability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7" y="3566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Restores data and service after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983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ISO/IEC 25010 sub-characteristics of reliability (25010 itself: Tuesday).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6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Not Mix These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Reliability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Works correctly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Availability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 up when needed (a percentage)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Durability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Saved data is not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Resilience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Absorbs faults and recovers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Robustness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Copes with invalid input and 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Maintainability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Easy and fast to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7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MTBF, MTTR, availability and the nines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8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MTBF, MTTR,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83080"/>
            <a:ext cx="2743200" cy="640080"/>
          </a:xfrm>
          <a:prstGeom prst="rect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783080"/>
            <a:ext cx="4572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1783080"/>
            <a:ext cx="3657600" cy="640080"/>
          </a:xfrm>
          <a:prstGeom prst="rect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470648" y="1783080"/>
            <a:ext cx="4572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7848" y="1783080"/>
            <a:ext cx="3657600" cy="640080"/>
          </a:xfrm>
          <a:prstGeom prst="rect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time between failures = MTBF;  time to recover = MTTR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063240"/>
            <a:ext cx="2560320" cy="658368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MTBF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7" y="3063240"/>
            <a:ext cx="82753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Total up time / number of failures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813048"/>
            <a:ext cx="2560320" cy="658368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MTTR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7" y="3813048"/>
            <a:ext cx="82753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Total down time / number of 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562856"/>
            <a:ext cx="2560320" cy="658368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7" y="4562856"/>
            <a:ext cx="82753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MTBF / (MTBF + MTTR)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53492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5896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1,000 h, 4 failures, 8 h down: MTBF 248 h, MTTR 2 h, availability 248 / 250 = 99.2%.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9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Recovery Often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91640"/>
            <a:ext cx="3904487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Lesson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Recovering four times faster beat halving failures.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Failures will happen: invest in detection, automatic restart, runbooks.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 recovery time, not only failure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10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and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In series: both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Web 99.9%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61488" y="2697480"/>
            <a:ext cx="6400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7288" y="22860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DB 99.9%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383280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0.999 x 0.999 = 99.8%: lower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In parallel: either is enough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10312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Server A 99%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74320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Server B 99%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2697480"/>
            <a:ext cx="36576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0" y="2377440"/>
            <a:ext cx="0" cy="64008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377440"/>
            <a:ext cx="3200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3017520"/>
            <a:ext cx="3200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04120" y="2377440"/>
            <a:ext cx="3200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24160" y="2377440"/>
            <a:ext cx="0" cy="64008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104120" y="3017520"/>
            <a:ext cx="32004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24160" y="2697480"/>
            <a:ext cx="45720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383280"/>
            <a:ext cx="5184648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1 - 0.01 x 0.01 = 99.99%: higher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80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extra component in a chain lowers availability.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Redundancy only helps if failures are independent: a shared power supply breaks both.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11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Downtime per year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Per 30-day month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99% (two nines)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3.65 days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7.2 hours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99.9% (three)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8.76 hours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43.2 minutes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99.99% (four)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52.6 minutes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4.3 minutes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99.999% (five)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5.26 minutes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26 seconds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Allowed downtime = period x (1 - availability). Each nine cuts it tenfold.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12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Targets and Recovery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SLOs, error budgets, RTO, RPO and recovery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13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SLI, SLO, SLA and Error 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SLI: the measurement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50208" y="224028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889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% of logins under 800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830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SLO: the internal target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90688" y="224028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53128" y="27889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99% under 800 ms over 30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3608" y="17830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SLA: the promise with penalties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7889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99.9% availability or a refund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49039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ERROR BUDGET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SLO 99.9% per month allows 43.2 minutes of failure: the error budget.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Budget left: ship features. Budget spent: slow down and fix 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303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Set the SLO stricter than the SLA, so the team reacts before penalties.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14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RTO and 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017520"/>
            <a:ext cx="1097280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8346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02:00 last backup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283464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331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15:00 disaster</a:t>
            </a:r>
          </a:p>
        </p:txBody>
      </p:sp>
      <p:sp>
        <p:nvSpPr>
          <p:cNvPr id="9" name="Oval 8"/>
          <p:cNvSpPr/>
          <p:nvPr/>
        </p:nvSpPr>
        <p:spPr>
          <a:xfrm>
            <a:off x="9875520" y="28346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331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15:30 restored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29000"/>
            <a:ext cx="640080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Data lost: up to 13 hours (RPO)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2900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Down 30 min (RTO)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43484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4434840"/>
            <a:ext cx="91897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Maximum acceptable downtime after a disaster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512064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5120640"/>
            <a:ext cx="91897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Maximum acceptable data loss, measured in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15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Fault injection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Stop a service, block a port, return errors from a stub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Recovery and failover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 data intact? How long until service returns?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Backup and restore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backup never restored is only a hope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Soak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Hours of steady load: leaks and slow decay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Repeated runs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 rate and flaky failures over many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Chaos experiments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Planned failures to build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16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Chaos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Define steady state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6896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71216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Hypothesis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55464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9784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Inject a real-world fault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4032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88352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Observe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Learn and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20040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10128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Steady state: successful logins per minute.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Hypothesis: logins continue when one app server is killed.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75488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Keep the blast radius small: limit who could be affected, and be ready to stop.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17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and Failure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systems survive, how they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18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Timeout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4231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Never wait forever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Retry with backoff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4231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Wait longer each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Circuit breaker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4231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Stop calling a failing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Bulkhead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42316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Isolate pools so one failure stays small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Graceful degradation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38912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Core works when extras 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70332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Idempotency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38912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Repeating a request has one effect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70332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Health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38912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Route away from sick 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7" y="370332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Rate limiting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7" y="438912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Protect from floods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19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" y="2103120"/>
            <a:ext cx="2377440" cy="868680"/>
          </a:xfrm>
          <a:prstGeom prst="roundRect">
            <a:avLst>
              <a:gd name="adj" fmla="val 4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CLOSED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103120"/>
            <a:ext cx="2377440" cy="868680"/>
          </a:xfrm>
          <a:prstGeom prst="roundRect">
            <a:avLst>
              <a:gd name="adj" fmla="val 4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43400"/>
            <a:ext cx="2651760" cy="868680"/>
          </a:xfrm>
          <a:prstGeom prst="roundRect">
            <a:avLst>
              <a:gd name="adj" fmla="val 4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HALF-OPEN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01568" y="2377440"/>
            <a:ext cx="3136392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23844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failures reach threshold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035040" y="3017520"/>
            <a:ext cx="1554480" cy="12801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0" y="3657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after reset timeout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194560" y="3017520"/>
            <a:ext cx="1554479" cy="12801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57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E7D32"/>
                </a:solidFill>
                <a:latin typeface="Arial"/>
              </a:rPr>
              <a:t>trial call succeeds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486400" y="3017520"/>
            <a:ext cx="1463040" cy="12801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0" y="3246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00000"/>
                </a:solidFill>
                <a:latin typeface="Arial"/>
              </a:rPr>
              <a:t>trial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737360"/>
            <a:ext cx="2258568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it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Fail the service 3 times: does it open?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call fails fast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After the timeout: one trial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20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Single point of failure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part whose loss stops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Cascading failure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slow service drags down its callers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Thundering herd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Everyone retries at once after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Partial failure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Account saved, email never 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Resource exhaustion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Memory, disk, connections run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Data corruption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Half-written records after a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21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Scenarios for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799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49039"/>
                <a:gridCol w="3657600"/>
                <a:gridCol w="35661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Inject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behaviour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Verify afterwards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Kill the auth service mid-login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Clear retry message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 half-created sessions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Email provider down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Account created; email queued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Email sent after recovery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Restart during a registration write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One account or 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 duplicates or partial rows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Database failover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Short pause, then service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Downtime and data loss vs RTO/RPO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Disk full on the log volume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Service keeps running, alert fires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Alert reached the right people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Template: scenario, how to inject, expected behaviour, what to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22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and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2801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Logs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Events: what happened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2801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Metrics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Numbers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2801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Traces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request's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337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3337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7628" y="3337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5118" y="3337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931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55A11"/>
                </a:solidFill>
                <a:latin typeface="Arial"/>
              </a:rPr>
              <a:t>the four golden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434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the alerts: did one fire in time and reach the right people?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an incident: a blameless postmortem fixes the system, not the person.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Growth, and how efficiently it is handled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24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 Up or Scale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Vertical: scale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7" y="2194560"/>
            <a:ext cx="2194560" cy="2194560"/>
          </a:xfrm>
          <a:prstGeom prst="rect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one bigger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server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more CPU, 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Horizontal: scale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194560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Load balancer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29184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Server 1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543800" y="2743200"/>
            <a:ext cx="141732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66760" y="329184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Server 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743200"/>
            <a:ext cx="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329184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Server 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2743200"/>
            <a:ext cx="141732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4617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Up: simple, but limited and one failure point.  Out: add machines, needs stateless design.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Elasticity: add and remove servers automatically as demand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25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Gets in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Server 1 holds your session; the next click goes to Server 2: you appear logged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880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Sticky sessions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Same user, same server. Easy; lost if that server dies.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2880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Shared session store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servers read sessions from one fast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288036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Client-held tokens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signed token proves who the user is; no server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Stateless servers are interchangeable: add, remove or lose one freely.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26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Blocks and What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Load balancer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Even spread; stops sending to sick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Cache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Hits, misses, stale data, expiry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CDN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Static files served near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Read replicas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Replication lag: register, then log in 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Sharding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 lands in the right partition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Queues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'Registration received' now, work done 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27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Efficiency and Amdahl's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servers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91640"/>
            <a:ext cx="4818888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Efficiency = speedup / servers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 servers: 1.9 / 2 = 95%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8 servers: 5.6 / 8 =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749039"/>
            <a:ext cx="4818888" cy="1920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Amdahl's law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Speedup = 1 / (s + (1 - s) / n)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5% serial work: 8 workers give only 5.9x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28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Per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7830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400 req/s; keep below 70% = 280 usable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6974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6974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Peak 600 / 280 = 2.1, so 3; plus one spare (N+1)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6118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 6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36118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+10% a month: 600 x 1.1^6 = 1,063 req/s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5262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45262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1,063 / 280 = 3.8, so 4; with N+1 = 5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532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Scaling is sub-linear: add a margin, or confirm with a scalability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29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Testing failure, never recovery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Measure recovery time and data after faults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Backups never restored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Run restore drills; count the records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Vague targets: 'never goes down'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Agree SLOs, RTO and RPO in numbers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Assuming servers scale linearly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Measure efficiency; find the serial part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Fault injection without approval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 environment, small blast radius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30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Reliability: working without failure over time, and recovering well.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Availability = MTBF / (MTBF + MTTR); each nine cuts downtime tenfold.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SLOs set targets; error budgets, RTO and RPO make them testable.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Inject faults safely; patterns such as breakers and retries limit damage.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Scale up or out; stateless servers scale more easily.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Measure efficiency, respect Amdahl's law, plan capacity with headroom.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31 / 32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Google SRE book (table of contents)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https://sre.google/sre-book/table-of-contents/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Principles of Chaos Engineering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https://principlesofchaos.org/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ISO/IEC 25010 on iso.org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https://www.iso.org/standard/35733.html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Reliability and Scalability  ·  Week 3 · Friday   | 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