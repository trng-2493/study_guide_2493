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12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68" r:id="rId4"/>
    <p:sldId id="369" r:id="rId5"/>
    <p:sldId id="370" r:id="rId6"/>
    <p:sldId id="371" r:id="rId7"/>
    <p:sldId id="372" r:id="rId8"/>
    <p:sldId id="373" r:id="rId9"/>
    <p:sldId id="374" r:id="rId10"/>
    <p:sldId id="375" r:id="rId11"/>
    <p:sldId id="376" r:id="rId12"/>
    <p:sldId id="377" r:id="rId13"/>
    <p:sldId id="378" r:id="rId14"/>
    <p:sldId id="379" r:id="rId15"/>
    <p:sldId id="380" r:id="rId16"/>
    <p:sldId id="381" r:id="rId17"/>
    <p:sldId id="382" r:id="rId18"/>
    <p:sldId id="383" r:id="rId19"/>
    <p:sldId id="384" r:id="rId20"/>
    <p:sldId id="385" r:id="rId21"/>
    <p:sldId id="386" r:id="rId22"/>
    <p:sldId id="387" r:id="rId23"/>
    <p:sldId id="388" r:id="rId24"/>
    <p:sldId id="389" r:id="rId25"/>
    <p:sldId id="390" r:id="rId26"/>
    <p:sldId id="391" r:id="rId27"/>
    <p:sldId id="392" r:id="rId28"/>
    <p:sldId id="393" r:id="rId29"/>
    <p:sldId id="394" r:id="rId30"/>
    <p:sldId id="395" r:id="rId31"/>
    <p:sldId id="396" r:id="rId32"/>
    <p:sldId id="397" r:id="rId33"/>
    <p:sldId id="367" r:id="rId113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113" Type="http://schemas.openxmlformats.org/officeDocument/2006/relationships/slide" Target="slides/slide1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ln w="34925">
              <a:solidFill>
                <a:srgbClr val="1F4E79"/>
              </a:solidFill>
            </a:ln>
          </c:spPr>
          <c:marker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600</c:v>
                </c:pt>
                <c:pt idx="2">
                  <c:v>1200</c:v>
                </c:pt>
                <c:pt idx="3">
                  <c:v>2000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Minutes per run</c:v>
                </c:pt>
              </c:strCache>
            </c:strRef>
          </c:tx>
          <c:spPr>
            <a:ln w="34925">
              <a:solidFill>
                <a:srgbClr val="C00000"/>
              </a:solidFill>
            </a:ln>
          </c:spPr>
          <c:marker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45</c:v>
                </c:pt>
                <c:pt idx="2">
                  <c:v>150</c:v>
                </c:pt>
                <c:pt idx="3">
                  <c:v>360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300"/>
          </a:pPr>
        </a:p>
      </c:txPr>
    </c:legend>
    <c:plotVisOnly val="1"/>
    <c:dispBlanksAs val="gap"/>
    <c:showDLblsOverMax val="0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Fifth deck of the day; the demo's regression selection exercise follows it.</a:t>
            </a:r>
          </a:p>
          <a:p>
            <a:r>
              <a:t>This deck owns retesting vs regression (Tuesday introduced it) and regression suite selection.</a:t>
            </a:r>
          </a:p>
          <a:p>
            <a:r>
              <a:t>One analogy: a plumber fixes a tap and the shower runs cold.</a:t>
            </a:r>
          </a:p>
          <a:p>
            <a:r>
              <a:t>The written lesson keeps the two worked examples (password policy, discount change), the sample report and checklist, and the pytest markers demo (markers are Week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'Has an app update ever broken something that used to work for you?' Take two stories.</a:t>
            </a:r>
          </a:p>
          <a:p>
            <a:r>
              <a:t>Objective 4 is practised in the demo with a password policy change.</a:t>
            </a:r>
          </a:p>
          <a:p>
            <a:r>
              <a:t>Users forgive a missing new feature more easily than a feature that stopped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what a regression is, why it happens and when to test for it.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change can be a feature, a bug fix, a refactor, a configuration edit or a library upgrade.</a:t>
            </a:r>
          </a:p>
          <a:p>
            <a:r>
              <a:t>The people who made the change rarely test the distant area that broke.</a:t>
            </a:r>
          </a:p>
          <a:p>
            <a:r>
              <a:t>Black-box, white-box and data-driven tests can all be regression tests.</a:t>
            </a:r>
          </a:p>
          <a:p>
            <a:r>
              <a:t>Ask: which change is most dangerous: a new feature or a 'one-line' fix? (Discuss: both.)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The shared pipe is shared code: a helper, a library, a configuration value.</a:t>
            </a:r>
          </a:p>
          <a:p>
            <a:r>
              <a:t>A careful plumber checks the other taps; a careful team runs the regression suite.</a:t>
            </a:r>
          </a:p>
          <a:p>
            <a:r>
              <a:t>Ask: what is the 'shared pipe' in a login page? (Password validation used by registration, login and reset.)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some causes are in application code; much regression risk lives in configuration, dependencies, data and environments.</a:t>
            </a:r>
          </a:p>
          <a:p>
            <a:r>
              <a:t>'The bug that returns': fixed in 2.1, reintroduced in 2.3 when someone rewrites the code.</a:t>
            </a:r>
          </a:p>
          <a:p>
            <a:r>
              <a:t>Environment changes (new browser, new OS version) also cause regressions without any code change.</a:t>
            </a:r>
          </a:p>
          <a:p>
            <a:r>
              <a:t>Ask: which cause would unit tests alone miss? (Configuration and environment.)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Environment changes count too: operating system, browser, database version.</a:t>
            </a:r>
          </a:p>
          <a:p>
            <a:r>
              <a:t>The tiers in Part 5 turn this rule into a schedule.</a:t>
            </a:r>
          </a:p>
          <a:p>
            <a:r>
              <a:t>Vikram (DevOps) sets the triggers in the pipeline.</a:t>
            </a:r>
          </a:p>
          <a:p>
            <a:r>
              <a:t>Ask: a translation file changed. Run regression? (Yes: at least the affected screens.)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the four terms and their order after a fix; then the types of regression testing.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Retesting is also called confirmation testing (Tuesday introduced it).</a:t>
            </a:r>
          </a:p>
          <a:p>
            <a:r>
              <a:t>Smoke: wide and shallow. Sanity: narrow and deep. Regression: wide and thorough.</a:t>
            </a:r>
          </a:p>
          <a:p>
            <a:r>
              <a:t>Sanity is placed by its focus on the change, though teams use the word loosely.</a:t>
            </a:r>
          </a:p>
          <a:p>
            <a:r>
              <a:t>Ask: the fix passes its own test. Are you done? (No: regression next.)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order saves time: no point running 500 tests on a build that will not start.</a:t>
            </a:r>
          </a:p>
          <a:p>
            <a:r>
              <a:t>Karan fixes; Ananya retests and then runs the selected regression tier.</a:t>
            </a:r>
          </a:p>
          <a:p>
            <a:r>
              <a:t>The bug-fix test carries the defect ID so it can be traced (DEMO-123 in Jira).</a:t>
            </a:r>
          </a:p>
          <a:p>
            <a:r>
              <a:t>Ask: why not run regression first? (A failed fix wastes the whole run.)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Corrective example: a spelling fix in the login error message; progressive: the password rule changes.</a:t>
            </a:r>
          </a:p>
          <a:p>
            <a:r>
              <a:t>Partial: registration form changed, so run registration plus login and profile.</a:t>
            </a:r>
          </a:p>
          <a:p>
            <a:r>
              <a:t>Complete: before a major release, the full suite runs.</a:t>
            </a:r>
          </a:p>
          <a:p>
            <a:r>
              <a:t>The grey arrow means more tests, more time, more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what goes in, what comes out, and keeping the suite healthy.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regression suite is a maintained collection of tests designed to be rerun repeatedly.</a:t>
            </a:r>
          </a:p>
          <a:p>
            <a:r>
              <a:t>Bug-fix tests stop the 'bug that returns'.</a:t>
            </a:r>
          </a:p>
          <a:p>
            <a:r>
              <a:t>Exploratory findings become regression candidates only when worth repeating.</a:t>
            </a:r>
          </a:p>
          <a:p>
            <a:r>
              <a:t>Ask: a test for a feature removed last year still runs. Cost? (Time, noise, false confidence.)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Deterministic tests make a red result trustworthy.</a:t>
            </a:r>
          </a:p>
          <a:p>
            <a:r>
              <a:t>Traceability links back to Tuesday's RTM.</a:t>
            </a:r>
          </a:p>
          <a:p>
            <a:r>
              <a:t>Tags make the tiers in Part 5 a single command.</a:t>
            </a:r>
          </a:p>
          <a:p>
            <a:r>
              <a:t>Ask: which principle does a test that needs yesterday's data break? (Independent.)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numbers: 200 tests and 10 minutes grow to 2,000 tests and 6 hours; people stop running it.</a:t>
            </a:r>
          </a:p>
          <a:p>
            <a:r>
              <a:t>The cure is routine: review the suite every sprint or release, remove duplicates, fix or delete flaky tests, assign owners.</a:t>
            </a:r>
          </a:p>
          <a:p>
            <a:r>
              <a:t>Obsolete tests fail for the wrong reason or pass while checking nothing.</a:t>
            </a:r>
          </a:p>
          <a:p>
            <a:r>
              <a:t>Ask: who owns the suite in your team? (If everybody, nobody.)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flaky test passes and fails on the same code without changes.</a:t>
            </a:r>
          </a:p>
          <a:p>
            <a:r>
              <a:t>Detection: track tests whose results change without code changes.</a:t>
            </a:r>
          </a:p>
          <a:p>
            <a:r>
              <a:t>Quarantined tests still run separately so their history is kept.</a:t>
            </a:r>
          </a:p>
          <a:p>
            <a:r>
              <a:t>Flakiness rate is one of the metrics in Part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impact analysis, risk scores and other signals; then one change walked through.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rarely have time to run everything on every change.</a:t>
            </a:r>
          </a:p>
          <a:p>
            <a:r>
              <a:t>Signals: impact analysis, risk scores, coverage mapping, defect history, requirement priority (MoSCoW).</a:t>
            </a:r>
          </a:p>
          <a:p>
            <a:r>
              <a:t>Coverage-based: a coverage report shows which tests execute the changed code.</a:t>
            </a:r>
          </a:p>
          <a:p>
            <a:r>
              <a:t>History-based: tests that often found defects run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analysis asks: given what changed, which parts could be affected?</a:t>
            </a:r>
          </a:p>
          <a:p>
            <a:r>
              <a:t>Sources: the change description, the code diff, dependency maps, the RTM, developers' knowledge.</a:t>
            </a:r>
          </a:p>
          <a:p>
            <a:r>
              <a:t>Rule of thumb: rings 1 and 2 almost always run; ring 3 is chosen by risk.</a:t>
            </a:r>
          </a:p>
          <a:p>
            <a:r>
              <a:t>Ask: existing users with old 8-character passwords. Which ring? (Ring 2: login.)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Risk-based testing and the likelihood x impact matrix are Tuesday's test planning deck.</a:t>
            </a:r>
          </a:p>
          <a:p>
            <a:r>
              <a:t>Bands used in the demo: 20 to 25 smoke, 12 to 19 core, below 12 full.</a:t>
            </a:r>
          </a:p>
          <a:p>
            <a:r>
              <a:t>A number makes the discussion explicit; it is still a judgement.</a:t>
            </a:r>
          </a:p>
          <a:p>
            <a:r>
              <a:t>Ask: why does the old-password login score high? (Existing users locked out: high impact.)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Drawn from regression-selection-flow.mermaid; the demo runs this example live.</a:t>
            </a:r>
          </a:p>
          <a:p>
            <a:r>
              <a:t>The candidates come from rings 1 to 3; the score places each one in a tier.</a:t>
            </a:r>
          </a:p>
          <a:p>
            <a:r>
              <a:t>The written lesson walks a second example: a discount rule change whose worst regressions were in refunds and payments.</a:t>
            </a:r>
          </a:p>
          <a:p>
            <a:r>
              <a:t>Ask: which tier does a test for the old 8-character password belong to? (Smoke: score 20.)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tiers, the pipeline, automation and Agile habits.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Smoke sits inside core, core inside full: every smoke test also runs in the larger tiers.</a:t>
            </a:r>
          </a:p>
          <a:p>
            <a:r>
              <a:t>Timing targets: smoke under 10 minutes, core about an hour, full overnight or at the weekend.</a:t>
            </a:r>
          </a:p>
          <a:p>
            <a:r>
              <a:t>Tiers also tell people what a green result means.</a:t>
            </a:r>
          </a:p>
          <a:p>
            <a:r>
              <a:t>Ask: a test takes 20 minutes. Can it be in smoke? (No: move it to core or make it faster.)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Parallel execution splits a 120-minute run across machines (name level).</a:t>
            </a:r>
          </a:p>
          <a:p>
            <a:r>
              <a:t>A canary release sends a new version to a small share of users first (name level).</a:t>
            </a:r>
          </a:p>
          <a:p>
            <a:r>
              <a:t>CI/CD pipelines are Week 7; Vikram owns the pipeline configuration.</a:t>
            </a:r>
          </a:p>
          <a:p>
            <a:r>
              <a:t>Ask: why not run the full tier on every commit? (Too slow: feedback would take hours.)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test pyramid was introduced on Wednesday; later weeks go deeper.</a:t>
            </a:r>
          </a:p>
          <a:p>
            <a:r>
              <a:t>An upside-down pyramid (mostly UI) is slow, flaky and costly.</a:t>
            </a:r>
          </a:p>
          <a:p>
            <a:r>
              <a:t>Visual and API regression tools are named in the written lesson.</a:t>
            </a:r>
          </a:p>
          <a:p>
            <a:r>
              <a:t>Healthy balance: automate the stable core; save human time for exploration.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hardening sprint near release is often a symptom of regression debt.</a:t>
            </a:r>
          </a:p>
          <a:p>
            <a:r>
              <a:t>DoD is Monday's Scrum deck: here it gains regression items.</a:t>
            </a:r>
          </a:p>
          <a:p>
            <a:r>
              <a:t>Meera keeps suite maintenance visible on the board as normal work.</a:t>
            </a:r>
          </a:p>
          <a:p>
            <a:r>
              <a:t>Ask: what goes into the DoD for a bug-fix story? (A bug-fix test in the suite.)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6: the numbers and the release decision.</a:t>
            </a:r>
          </a:p>
          <a:p>
            <a:r>
              <a:t>This part has 2 concept slides, about 4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Leakage and DRE belong to Tuesday's defect metrics; recapped here.</a:t>
            </a:r>
          </a:p>
          <a:p>
            <a:r>
              <a:t>96% sounds good, but 20 failures may include one critical: never decide on pass rate alone.</a:t>
            </a:r>
          </a:p>
          <a:p>
            <a:r>
              <a:t>Rising run time is an early sign of bloat.</a:t>
            </a:r>
          </a:p>
          <a:p>
            <a:r>
              <a:t>Ask: leakage is 10%. What would you look at first? (Which areas the escaped defects came from.)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 failing critical test can mean no-go even at 99% pass rate.</a:t>
            </a:r>
          </a:p>
          <a:p>
            <a:r>
              <a:t>Sunita and Rohan accept residual risk; the team supplies the evidence.</a:t>
            </a:r>
          </a:p>
          <a:p>
            <a:r>
              <a:t>A one-minute regression report: what ran and why, failures with severity, flaky tests, risks, recommendation.</a:t>
            </a:r>
          </a:p>
          <a:p>
            <a:r>
              <a:t>The sample report and release checklist are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automating everything at UI level; no bug-fix tests; no owner; skipping the full run on AI or tool advice; ignoring configuration and dependency changes.</a:t>
            </a:r>
          </a:p>
          <a:p>
            <a:r>
              <a:t>Ask: which mistake lets the same bug return twice?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'A shared date helper changed.' Which ring are the invoice tests in? (Ring 2 or 3, depending on the call path.)</a:t>
            </a:r>
          </a:p>
          <a:p>
            <a:r>
              <a:t>Bridge: next deck, performance and stress testing: does it still work when many people use it at once?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both worked examples, the sample regression report, the release checklist and the pytest markers demo; markers are Week 4.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Regression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WEEK 3 · 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Protecting what already works when software changes</a:t>
            </a:r>
          </a:p>
        </p:txBody>
      </p:sp>
      <p:sp>
        <p:nvSpPr>
          <p:cNvPr id="20" name="Oval 19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3520440"/>
            <a:ext cx="1802561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Why things break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493924" y="3630168"/>
            <a:ext cx="236143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808782" y="3520440"/>
            <a:ext cx="2164648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Retest vs regression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052145" y="3630168"/>
            <a:ext cx="236143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67003" y="3520440"/>
            <a:ext cx="144047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Suite design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886192" y="3630168"/>
            <a:ext cx="236143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01050" y="3520440"/>
            <a:ext cx="116891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Selection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448675" y="3630168"/>
            <a:ext cx="236143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763533" y="3520440"/>
            <a:ext cx="144047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Tiers and CI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282723" y="3630168"/>
            <a:ext cx="236143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597581" y="3520440"/>
            <a:ext cx="98786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why changes break working behaviour and when to run regression tests.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Distinguish retesting, regression, smoke and sanity; order them after a fix.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Build and maintain a suite: include, exclude, flaky tests.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Select and prioritise tests with impact analysis and risk scores.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Organise tiers, run them in a pipeline and decide go or no-go with metrics.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2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Things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Change in one place, damage in another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3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316992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Worked yesterday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28288" y="2240280"/>
            <a:ext cx="6400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14088" y="1783080"/>
            <a:ext cx="316992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A change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29728" y="2240280"/>
            <a:ext cx="64007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415528" y="1783080"/>
            <a:ext cx="3169920" cy="9144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Broken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017520"/>
            <a:ext cx="109728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A regression: behaviour that worked before no longer works, because of a change.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Regression testing re-runs existing tests to catch it.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A purpose, not a technique: any technique can supply the tests.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The damage is often far from the change, in a long-working area.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4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The Plumber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2434590" cy="10515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Kitchen tap drips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92958" y="235458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58718" y="1828800"/>
            <a:ext cx="2434590" cy="1051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Plumber replaces a washer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39028" y="235458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4788" y="1828800"/>
            <a:ext cx="2434590" cy="10515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Tap fixed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85098" y="235458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50858" y="1828800"/>
            <a:ext cx="2434590" cy="105156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Next morning: no hot water in the shower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291840"/>
            <a:ext cx="5349240" cy="2377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Retesting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Turn on the kitchen tap: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is the drip gone?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291840"/>
            <a:ext cx="5349240" cy="23774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Regression testing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Try every other tap and the shower: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did the repair touch a shared pipe?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5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Regressions Happen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Shared code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date helper changed for invoices breaks registration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Side effects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Stricter passwords lock out existing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Configuration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test timeout copied to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Dependency upgrade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library update changes a date picker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Data migration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Old records miss a new required field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Merge conflicts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fixed bug returns after a rewrite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6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3566160" cy="59436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Bug 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783080"/>
            <a:ext cx="3566160" cy="59436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New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8" y="1783080"/>
            <a:ext cx="3566160" cy="59436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Refactoring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514600"/>
            <a:ext cx="3566160" cy="59436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Config change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2514600"/>
            <a:ext cx="3566160" cy="59436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Library upgrade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9288" y="2514600"/>
            <a:ext cx="3566160" cy="59436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Data migration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246120"/>
            <a:ext cx="3566160" cy="59436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Every commit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3246120"/>
            <a:ext cx="3566160" cy="59436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Nightly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9288" y="3246120"/>
            <a:ext cx="3566160" cy="59436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Before release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" y="4343400"/>
            <a:ext cx="10972800" cy="0"/>
          </a:xfrm>
          <a:prstGeom prst="line">
            <a:avLst/>
          </a:prstGeom>
          <a:ln w="317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48" y="395935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Arial"/>
              </a:rPr>
              <a:t>cheap checks: often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39593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C55A11"/>
                </a:solidFill>
                <a:latin typeface="Arial"/>
              </a:rPr>
              <a:t>expensive checks: less often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617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Any change can trigger it; cost decides how much runs each time.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Unit tests per commit, full suites nightly or before release.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7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Retest, Regression, Smoke, Sanity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terms, constantly confused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8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737360"/>
            <a:ext cx="4023360" cy="4114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Narrow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737360"/>
            <a:ext cx="4023360" cy="4114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Wide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" y="2286000"/>
            <a:ext cx="2468880" cy="1691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Focused on the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286000"/>
            <a:ext cx="4023360" cy="1691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Retesting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Run the exact failed test again: is the defect gone?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286000"/>
            <a:ext cx="4023360" cy="16916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55A11"/>
                </a:solidFill>
                <a:latin typeface="Arial"/>
              </a:rPr>
              <a:t>Sanity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Quick check that the changed area behaves sensibly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19" y="4069080"/>
            <a:ext cx="2468880" cy="1691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Whole 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4069080"/>
            <a:ext cx="4023360" cy="1691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Smoke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Shallow check of critical functions: is the build testable?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069080"/>
            <a:ext cx="4023360" cy="16916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Regression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Broad re-run: did the change break anything else?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17373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5A5A5A"/>
                </a:solidFill>
                <a:latin typeface="Arial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9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Order After a Bug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938528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1 Smoke the build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96896" y="2286000"/>
            <a:ext cx="2286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71216" y="1828800"/>
            <a:ext cx="1938528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2 Retest the fix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55464" y="2286000"/>
            <a:ext cx="2286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29784" y="1828800"/>
            <a:ext cx="1938528" cy="914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3 Sanity nearby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14032" y="2286000"/>
            <a:ext cx="22859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88352" y="1828800"/>
            <a:ext cx="1938528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4 Regression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72600" y="2286000"/>
            <a:ext cx="22859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46920" y="1828800"/>
            <a:ext cx="1938528" cy="9144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5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0040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Build will not start? Stop at step 1 and report it.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Fix not working? Back to the developer before wider testing.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Add the retest as a bug-fix test to the regression suite.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10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Regression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4924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Did the requirements change?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377440"/>
            <a:ext cx="260604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Corrective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No: reuse tests as they 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2377440"/>
            <a:ext cx="260604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Progressive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Yes: update or add tests, rerun valid 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737360"/>
            <a:ext cx="534924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How much do we run?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2377440"/>
            <a:ext cx="2194560" cy="47548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Unit-level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67928" y="24688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component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926080"/>
            <a:ext cx="2194560" cy="47548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Partial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7928" y="30175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change plus neighbours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474720"/>
            <a:ext cx="2194560" cy="47548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Selective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7928" y="35661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chosen by impact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4023360"/>
            <a:ext cx="2194560" cy="47548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41148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whole suite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02568" y="2377440"/>
            <a:ext cx="0" cy="214884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2648" y="4846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Release regression: a broad cycle on the release candidate, plus key non-functional checks.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11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the Suite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living asset that needs pruning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12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Goes In, What Comes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03520" cy="4114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019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Include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68880"/>
            <a:ext cx="484632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Critical business flows: register, log in, pay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High-risk and defect-prone areas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Recently changed areas and integrations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Bug-fix tests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Smoke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737360"/>
            <a:ext cx="5303520" cy="4114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9019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</a:rPr>
              <a:t>Remove or keep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468880"/>
            <a:ext cx="484632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Tests for removed features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Duplicates of other tests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One-off exploratory checks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Tests nobody can explain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Flaky tests until fixed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13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Suite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Independent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Runs alone and in any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Deterministic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Same code, same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Fast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Quick tests run more often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Traceable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Linked to requirements and bugs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Tagged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smoke, core, full; area; priority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Owned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Someone acts on every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14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Suites Rot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91640"/>
          <a:ext cx="58521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766560" y="1691640"/>
            <a:ext cx="2295144" cy="19659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Bloat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Added, never removed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90304" y="1691640"/>
            <a:ext cx="2295144" cy="19659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Flaky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Pass and fail on the same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886200"/>
            <a:ext cx="2295144" cy="19659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Obsolete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Product changed, test did 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90304" y="3886200"/>
            <a:ext cx="2295144" cy="19659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No owner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Failures left unexamined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15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Flaky Tests: Quarantine, Don't Re-Run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938528" cy="914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Detect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96896" y="2286000"/>
            <a:ext cx="2286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71216" y="1828800"/>
            <a:ext cx="1938528" cy="91440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Quarantine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55464" y="2286000"/>
            <a:ext cx="2286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29784" y="1828800"/>
            <a:ext cx="1938528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Find the cause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14032" y="2286000"/>
            <a:ext cx="22859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88352" y="1828800"/>
            <a:ext cx="1938528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Fix or delete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72600" y="2286000"/>
            <a:ext cx="22859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46920" y="1828800"/>
            <a:ext cx="1938528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Return to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00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Common causes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703320"/>
            <a:ext cx="2640330" cy="594360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Timing and waits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0138" y="3703320"/>
            <a:ext cx="2640330" cy="594360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Shared test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7628" y="3703320"/>
            <a:ext cx="2640330" cy="594360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Order dependence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5118" y="3703320"/>
            <a:ext cx="2640330" cy="594360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Unstable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663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Re-running until green trains people to ignore red.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Quarantine keeps the main run trustworthy; track and time-limit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16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Selection and Prioritisation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Which tests, in what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17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Selection and Prioritisation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" y="1783080"/>
            <a:ext cx="10058400" cy="777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All regression tests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41448" y="2697480"/>
            <a:ext cx="731520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Selected for this 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3048" y="3611880"/>
            <a:ext cx="457200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Ordered by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4572000"/>
            <a:ext cx="5349240" cy="13258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Selection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Decides which tests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4572000"/>
            <a:ext cx="5349240" cy="13258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Prioritisation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Decides the order: most important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18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Analysis: Three 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645919"/>
            <a:ext cx="8229600" cy="4206240"/>
          </a:xfrm>
          <a:prstGeom prst="ellipse">
            <a:avLst/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1828799" y="2240279"/>
            <a:ext cx="5852160" cy="3017520"/>
          </a:xfrm>
          <a:prstGeom prst="ellipse">
            <a:avLst/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3108960" y="2880359"/>
            <a:ext cx="3291840" cy="1737360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4290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Arial"/>
              </a:rPr>
              <a:t>Ring 1: the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4231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Ring 2: direct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830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5A5A5A"/>
                </a:solidFill>
                <a:latin typeface="Arial"/>
              </a:rPr>
              <a:t>Ring 3: critical flows through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737360"/>
            <a:ext cx="2532888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Password rule change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1: validation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2: registration, login, reset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3: checkout login, admin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19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Scores (Recap)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  <a:gridCol w="1737360"/>
                <a:gridCol w="1554480"/>
                <a:gridCol w="219456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Candidate test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Likelihood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New 12-character minimum enforced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25: smoke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Login with an old 8-character password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20: smoke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Password reset applies the new rule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16: core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Registration error message wording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6: full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Profile page unrelated fields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2: full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Score = likelihood x impact (1 to 5 each).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20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Change, Walked 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250317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Change: password 8-16 to 12-64 + special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61537" y="2194560"/>
            <a:ext cx="228601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35858" y="1737360"/>
            <a:ext cx="2503170" cy="914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Impact analysis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84747" y="2194560"/>
            <a:ext cx="2286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59068" y="1737360"/>
            <a:ext cx="250317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Candidate tests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07958" y="2194560"/>
            <a:ext cx="22859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82278" y="1737360"/>
            <a:ext cx="2503170" cy="914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Risk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27048" y="315468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Tier 1 smoke</a:t>
            </a:r>
          </a:p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20-25: every commit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035808" y="2651760"/>
            <a:ext cx="7269480" cy="45720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18888" y="315468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Tier 2 core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12-19 + bug fixes: per merge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327648" y="2651760"/>
            <a:ext cx="3977640" cy="45720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10728" y="315468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Tier 3 full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below 12: nightly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9619488" y="2651760"/>
            <a:ext cx="685800" cy="45720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2648" y="457200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Compare results, run time and risk covered; a failure goes to triage, fix, retest, regression.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21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Tiers, Automation and CI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right amount at the right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22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7498079" cy="42062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7223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808080"/>
                </a:solidFill>
                <a:latin typeface="Arial"/>
              </a:rPr>
              <a:t>Full: everything, nightly or pre-release (hours)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98448" y="2446020"/>
            <a:ext cx="6126479" cy="2697479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2519172"/>
            <a:ext cx="58521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Core: main flows and bug fixes, per merge (about an hour)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84248" y="3200400"/>
            <a:ext cx="4754879" cy="1188719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273552"/>
            <a:ext cx="4480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Smoke: critical checks, every commit (minutes)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691640"/>
            <a:ext cx="3172968" cy="42062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Tags make tiers easy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Each test carries smoke, core or full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One command runs a tier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Markers in pytest: Week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23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in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975104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Commit or pull request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33472" y="221742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2743200"/>
            <a:ext cx="19751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Unit + smoke (minutes)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62072" y="1783080"/>
            <a:ext cx="1975104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Merge to main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82896" y="221742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62072" y="2743200"/>
            <a:ext cx="19751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Core tier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1496" y="1783080"/>
            <a:ext cx="1975104" cy="8686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Nightly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0" y="221742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11496" y="2743200"/>
            <a:ext cx="19751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Full tier, in parallel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783080"/>
            <a:ext cx="1975104" cy="8686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Release gate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81744" y="221742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60920" y="2743200"/>
            <a:ext cx="19751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Thresholds met?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10344" y="1783080"/>
            <a:ext cx="1975104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0344" y="2743200"/>
            <a:ext cx="19751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Canary release,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9319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Cheapest checks first: most broken changes are rejected in minutes.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 regression caught at commit is fixed while the developer remembers the 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24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 Regression, Mostly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83080"/>
            <a:ext cx="3108960" cy="822960"/>
          </a:xfrm>
          <a:prstGeom prst="rect">
            <a:avLst/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UI: few, slow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2743200"/>
            <a:ext cx="5669280" cy="822960"/>
          </a:xfrm>
          <a:prstGeom prst="rect">
            <a:avLst/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API: some, fast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03320"/>
            <a:ext cx="8229600" cy="822960"/>
          </a:xfrm>
          <a:prstGeom prst="rect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Unit: many, fastest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783080"/>
            <a:ext cx="2441448" cy="27432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Push checks down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Password length: a unit test, not a UI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8920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Regression is the best automation candidate: same checks, again and again.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Manual regression still fits: new UI, look and feel, judgement.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25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in Agile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721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00000"/>
                </a:solidFill>
                <a:latin typeface="Arial"/>
              </a:rPr>
              <a:t>Regression debt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Features added without tests; paid later with interest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3348" y="1737360"/>
            <a:ext cx="537210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55A11"/>
                </a:solidFill>
                <a:latin typeface="Arial"/>
              </a:rPr>
              <a:t>Definition of Done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Tests written or updated; the tier passes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794760"/>
            <a:ext cx="53721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Continuous regression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Runs every commit, night and release candidate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3794760"/>
            <a:ext cx="5372100" cy="1828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5B2C83"/>
                </a:solidFill>
                <a:latin typeface="Arial"/>
              </a:rPr>
              <a:t>Plan it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Estimate test updates inside each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26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and Go/No-Go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Measure, read together,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27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14173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Pass rate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Passed / executed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14173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Flakiness rate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Flaky tests / 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Defects found by regression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Share of all pre-release defects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383280"/>
            <a:ext cx="3505200" cy="14173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Leakage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Escaped to production / all defects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383280"/>
            <a:ext cx="3505200" cy="141732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Automation coverage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Automated / regression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383280"/>
            <a:ext cx="3505200" cy="14173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Run time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Minutes per tier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98348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09320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Release: 45 defects before release (9 by regression), 5 after. Leakage 5 / 50 = 10%; pass rate 480 / 500 = 96%.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28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 or No-Go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5394960" cy="77724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Smoke 100% on the release candidate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0488" y="1783080"/>
            <a:ext cx="5394960" cy="77724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 open critical or high regressions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743200"/>
            <a:ext cx="5394960" cy="77724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Core pass rate at or above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743200"/>
            <a:ext cx="5394960" cy="77724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Flaky tests quarantined and listed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703320"/>
            <a:ext cx="5394960" cy="77724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Key non-functional checks 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3703320"/>
            <a:ext cx="5394960" cy="77724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Known risks accepted in writing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75488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Agree the criteria before the run, not after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29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852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Retest only, no regression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Retest, then run the selected tier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Re-running flaky tests until green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Quarantine, find the cause, fix or delete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Never removing tests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Review and prune every release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Selecting only the changed screen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Use the three rings and risk scores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Release decided on pass rate alone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Agreed criteria; check critical failures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30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regression breaks what worked before; any change can cause one.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After a fix: smoke, retest, sanity, then regression.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Keep the suite independent, owned and pruned; quarantine flaky tests.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Select by impact (three rings) and risk score; run the riskiest first.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Tiers: smoke per commit, core per merge, full nightly.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Decide go or no-go on criteria agreed before the run.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31 / 32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https://glossary.istqb.org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Atlassian: Regression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https://www.atlassian.com/continuous-delivery/software-testing/regression-testing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pytest: Working with custom markers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https://docs.pytest.org/en/stable/how-to/mark.html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Regression Testing  ·  Week 3 · Friday   |   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Learners Point Template</Application>
  <PresentationFormat>Widescreen</PresentationFormat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</cp:coreProperties>
</file>