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41" r:id="rId85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notesMaster" Target="notesMasters/notesMaster1.xml"/><Relationship Id="rId85" Type="http://schemas.openxmlformats.org/officeDocument/2006/relationships/slide" Target="slides/slide84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deck of the day: two questions every quality engineer asks of any work.</a:t>
            </a:r>
          </a:p>
          <a:p>
            <a:r>
              <a:t>Monday's V-Model named the test levels and gave V&amp;V one line; this deck owns verification and validation.</a:t>
            </a:r>
          </a:p>
          <a:p>
            <a:r>
              <a:t>Tuesday's requirements deck owns review types and the review process; here reviews are recapped in one slide.</a:t>
            </a:r>
          </a:p>
          <a:p>
            <a:r>
              <a:t>One analogy runs through the deck: building a 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the previous deck: conformance to requirements (verification) and fitness for use (validation).</a:t>
            </a:r>
          </a:p>
          <a:p>
            <a:r>
              <a:t>Ask: 'Can a product be built perfectly and still be wrong?' Keep the answers for Part 1.</a:t>
            </a:r>
          </a:p>
          <a:p>
            <a:r>
              <a:t>The afternoon demo asks learners to tag each finding as verification or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two questions are credited to Barry Boehm.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compares a work product with its specification, standards and the output of the previous phase.</a:t>
            </a:r>
          </a:p>
          <a:p>
            <a:r>
              <a:t>Validation compares the product, or a prototype, with what users and stakeholders actually need.</a:t>
            </a:r>
          </a:p>
          <a:p>
            <a:r>
              <a:t>Evidence is what makes V&amp;V professional: a reviewer cites the line, a test cites expected and actual.</a:t>
            </a:r>
          </a:p>
          <a:p>
            <a:r>
              <a:t>Mnemonic: verification = versus the spec; validation = value for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inspector judges against the plan and building codes; the family judges against their needs.</a:t>
            </a:r>
          </a:p>
          <a:p>
            <a:r>
              <a:t>Ask: who plays the inspector in a software team? (Reviewers, static analysis, tests against the spec.)</a:t>
            </a:r>
          </a:p>
          <a:p>
            <a:r>
              <a:t>Who plays the family? (Users, Rohan as PO, Sunita as business owner.)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1 (top right): a bank team verified a 500-transaction sortable table perfectly; phone users wanted a weekly spending summary. Five users and a prototype would have caught it.</a:t>
            </a:r>
          </a:p>
          <a:p>
            <a:r>
              <a:t>Story 2 (bottom left): a shop's discount codes were a real need, but no requirement review, no code review, no static checks: double charges and reusable single-use codes.</a:t>
            </a:r>
          </a:p>
          <a:p>
            <a:r>
              <a:t>Story 3, both right: interview users, prototype, inspect requirements, lint in CI, review pull requests, pilot with two clinics.</a:t>
            </a:r>
          </a:p>
          <a:p>
            <a:r>
              <a:t>Full stories are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separates two classifications that beginners often merge.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Wording paraphrases ISTQB and IEEE; exam questions use similar language.</a:t>
            </a:r>
          </a:p>
          <a:p>
            <a:r>
              <a:t>Work product: anything produced during development, e.g. requirements, design, code, test plan, test case.</a:t>
            </a:r>
          </a:p>
          <a:p>
            <a:r>
              <a:t>Stakeholder: anyone with an interest in the product: users, customers, owners, developers, testers, support.</a:t>
            </a:r>
          </a:p>
          <a:p>
            <a:r>
              <a:t>The first two rows answer 'what for?'; the last two answer 'how?'.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simple rule in certification exams; remember the nuance on real projects.</a:t>
            </a:r>
          </a:p>
          <a:p>
            <a:r>
              <a:t>A system test executed against the functional specification runs code, yet it verifies.</a:t>
            </a:r>
          </a:p>
          <a:p>
            <a:r>
              <a:t>The same system in front of real users to see if it solves their problem validates.</a:t>
            </a:r>
          </a:p>
          <a:p>
            <a:r>
              <a:t>Ask: classify 'a linter on every commit' and 'a sprint review demo'.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happens at every phase, not only at the end.</a:t>
            </a:r>
          </a:p>
          <a:p>
            <a:r>
              <a:t>Your own test cases get verified too: reviewed for coverage, correctness and clarity.</a:t>
            </a:r>
          </a:p>
          <a:p>
            <a:r>
              <a:t>Example finding in a design review: 'Requirement 7 (lock after 5 failed logins) has no design element.'</a:t>
            </a:r>
          </a:p>
          <a:p>
            <a:r>
              <a:t>Example in a code review: 'This query joins strings with user input: SQL injection risk.'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people verify with reviews, machines verify with static analysis.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recap; Tuesday's requirements-analysis deck owns review types and the review process.</a:t>
            </a:r>
          </a:p>
          <a:p>
            <a:r>
              <a:t>What is new today: every review is verification, whatever its subject.</a:t>
            </a:r>
          </a:p>
          <a:p>
            <a:r>
              <a:t>Roles in a formal review (author, moderator, reviewer, scribe) are in the written lesson.</a:t>
            </a:r>
          </a:p>
          <a:p>
            <a:r>
              <a:t>Reviews find different defects from tests, earlier and more cheaply: missing and contradictory requirements cannot be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misspelled 'Fals' would crash only when that line runs; a test might not reach it for weeks, the linter finds it instantly.</a:t>
            </a:r>
          </a:p>
          <a:p>
            <a:r>
              <a:t>No test data and no execution were needed.</a:t>
            </a:r>
          </a:p>
          <a:p>
            <a:r>
              <a:t>Static analysis usually runs in the CI pipeline and can block a merge (Week 7).</a:t>
            </a:r>
          </a:p>
          <a:p>
            <a:r>
              <a:t>Passing a linter does not mean the code is correct: it finds certain classes of problems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Fewer defects at test time means fewer retests, reports and rework.</a:t>
            </a:r>
          </a:p>
          <a:p>
            <a:r>
              <a:t>Inspection metrics show which kinds of defect recur, which feeds process improvement (QA).</a:t>
            </a:r>
          </a:p>
          <a:p>
            <a:r>
              <a:t>Static testing complements dynamic testing; it does not replace it.</a:t>
            </a:r>
          </a:p>
          <a:p>
            <a:r>
              <a:t>Exact cost multipliers vary by project; the direction is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validation starts long before the software is finished.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Dynamic: supply inputs, observe outputs and behaviour, judge against the need.</a:t>
            </a:r>
          </a:p>
          <a:p>
            <a:r>
              <a:t>The earlier the right-product question is asked, the cheaper the change.</a:t>
            </a:r>
          </a:p>
          <a:p>
            <a:r>
              <a:t>Production feedback: how many users abandon registration at the password step?</a:t>
            </a:r>
          </a:p>
          <a:p>
            <a:r>
              <a:t>Ask: what is the cheapest validation you could do for a new login page? (Show a wireframe to five users.)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Acceptance asks 'is this ready and suitable for real use?' and decides whether to accept it.</a:t>
            </a:r>
          </a:p>
          <a:p>
            <a:r>
              <a:t>Performed by customers, users or business representatives, with QE support: Sunita (business owner) signs off.</a:t>
            </a:r>
          </a:p>
          <a:p>
            <a:r>
              <a:t>A public beta invites many users to try a near-final product.</a:t>
            </a:r>
          </a:p>
          <a:p>
            <a:r>
              <a:t>Test levels in general (unit, integration, system, acceptance) are mapped on the V-Model in Part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Divya (UX designer) usually runs usability sessions; Ananya observes and records findings.</a:t>
            </a:r>
          </a:p>
          <a:p>
            <a:r>
              <a:t>Accessibility checks with real screen readers and keyboard-only users are validation too.</a:t>
            </a:r>
          </a:p>
          <a:p>
            <a:r>
              <a:t>Findings are phrased as observations: 'three of five users did not see the checkbox'.</a:t>
            </a:r>
          </a:p>
          <a:p>
            <a:r>
              <a:t>Accessibility testing in depth is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 puts everything on one picture, then applies it.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Monday showed the V-Model as a delivery model; here it is a picture of V&amp;V.</a:t>
            </a:r>
          </a:p>
          <a:p>
            <a:r>
              <a:t>Going down the left: each phase is verified (reviews, inspections, standards checks) before the next starts.</a:t>
            </a:r>
          </a:p>
          <a:p>
            <a:r>
              <a:t>Dashed lines: each test level checks the work of the matching phase; acceptance validates against user needs.</a:t>
            </a:r>
          </a:p>
          <a:p>
            <a:r>
              <a:t>Test design starts on the left: write acceptance tests as soon as requirements exist, which often exposes vague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requirements in the written lesson: register with email, password and confirmation; unique valid email; password at least 8 with a letter and a number; generic error on invalid login.</a:t>
            </a:r>
          </a:p>
          <a:p>
            <a:r>
              <a:t>After release: verify by reviewing incident reports for patterns; validate by monitoring abandoned registrations.</a:t>
            </a:r>
          </a:p>
          <a:p>
            <a:r>
              <a:t>Your test cases are work products: they are verified (reviewed) and then executed (dynamic).</a:t>
            </a:r>
          </a:p>
          <a:p>
            <a:r>
              <a:t>Example of specificity: accept exactly 8 characters with a number, reject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Agile does not wait for a verification phase then a validation phase: both are continuous from day one.</a:t>
            </a:r>
          </a:p>
          <a:p>
            <a:r>
              <a:t>The short feedback loop reduces the 'built right, nobody wants it' risk because the right-product question is asked every sprint.</a:t>
            </a:r>
          </a:p>
          <a:p>
            <a:r>
              <a:t>Three Amigos and DoD were taught on Monday; here they are tagged as V&amp;V.</a:t>
            </a:r>
          </a:p>
          <a:p>
            <a:r>
              <a:t>Rohan's acceptance of each story is the most direct validation moment after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Levels of independence were taught in the testing mindset deck; IV&amp;V is the top level applied to V&amp;V.</a:t>
            </a:r>
          </a:p>
          <a:p>
            <a:r>
              <a:t>The independent team does not report to the development manager.</a:t>
            </a:r>
          </a:p>
          <a:p>
            <a:r>
              <a:t>Ask: would a hobby forum need IV&amp;V? A pacemaker? Why?</a:t>
            </a:r>
          </a:p>
          <a:p>
            <a:r>
              <a:t>Link: 'testing is context dependent' in the principles deck later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'reviews are a waste compared to testing' (they find different defects, earlier); 'V&amp;V are the same as QA and QC' (they overlap in spirit, but QA/QC is process vs product, V&amp;V is spec vs need).</a:t>
            </a:r>
          </a:p>
          <a:p>
            <a:r>
              <a:t>Ask: which mistake leads to the 'built right, nobody wants it' story?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paper prototype shown to five users: static or dynamic? Verification or validation?'</a:t>
            </a:r>
          </a:p>
          <a:p>
            <a:r>
              <a:t>Bridge: next deck, errors, defects and failures: what exactly we find when V&amp;V succeeds.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review-type comparison, review roles, the mini document review method and the three V&amp;V stories.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Verification vs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Built right versus the right product: static and dynamic activities, the V-Model, and V&amp;V in Agile.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710789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Two questions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11395" y="3630168"/>
            <a:ext cx="263874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63228" y="3520440"/>
            <a:ext cx="100272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Static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853911" y="3630168"/>
            <a:ext cx="263874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5745" y="3520440"/>
            <a:ext cx="110387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Dynamic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97580" y="3630168"/>
            <a:ext cx="263874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49413" y="3520440"/>
            <a:ext cx="1407333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Acceptance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44705" y="3630168"/>
            <a:ext cx="263874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96538" y="3520440"/>
            <a:ext cx="110387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V-Model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88373" y="3630168"/>
            <a:ext cx="263874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0206" y="3520440"/>
            <a:ext cx="100272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Agile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230889" y="3630168"/>
            <a:ext cx="263874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82723" y="3520440"/>
            <a:ext cx="100272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IV&amp;V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State the two questions that separate verification from validation.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Classify an activity as static or dynamic, and as verification or validation.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static analysis and acceptance testing as V&amp;V tools.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Map V&amp;V activities onto the V-Model and a login feature.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continuous V&amp;V in Agile teams and when IV&amp;V is 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Built right, and the right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Right vs Right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2743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F4E79"/>
                </a:solidFill>
                <a:latin typeface="Arial"/>
              </a:rPr>
              <a:t>Verification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"Are we building the product right?"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the work match what we said we would make?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Reference point: the specification and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2743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2E7D32"/>
                </a:solidFill>
                <a:latin typeface="Arial"/>
              </a:rPr>
              <a:t>Validation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"Are we building the right product?"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it meet the real need of the people who use it?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Reference point: users' needs and expectations.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7091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V&amp;V is evidence, not opinion:  "R-12 contradicts R-15"  ·  "expected X, actual 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Building a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383279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Architect's blueprint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1945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37360"/>
            <a:ext cx="3383279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Inspector during construction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19456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37360"/>
            <a:ext cx="3383279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Family moves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1752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Verification: the inspector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Walls where the blueprint says?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Wiring to code? Beams the right thickness?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not ask if the family will like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301752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Validation: the family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Is the kitchen big enough?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it suit our routine?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Is it warm in winter?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In software, specifications are the blueprint and users are the family.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Can Fail Independently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79" y="1691640"/>
            <a:ext cx="43662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Valid: the right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55180" y="1691640"/>
            <a:ext cx="43662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Not valid: the wrong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79" y="2240280"/>
            <a:ext cx="1920240" cy="17373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2240280"/>
            <a:ext cx="436626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Success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Right house, built to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5180" y="2240280"/>
            <a:ext cx="436626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Built right, nobody wants 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Tiny kitchen built perfectly; a 500-row history screen nobody opens.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79" y="4069080"/>
            <a:ext cx="1920240" cy="17373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Not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4069080"/>
            <a:ext cx="436626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Right idea, careless build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Leaking pipes; discount codes that charge twice.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5180" y="4069080"/>
            <a:ext cx="436626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Worst case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Wrong product, badly built.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and Dynamic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you check, and what you are checking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8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5669280"/>
                <a:gridCol w="292608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Paraphrased definition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Checked against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Verification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Evidence that a work product meets its specified requirements and standards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Specification, standards, previous phase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Evidence that the product meets users' needs and intended use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Users' and stakeholders' needs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Static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Examining work products without running the software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(a technique)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Dynamic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Running the software with inputs and observing outputs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(a technique)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Classifications, One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79" y="1691640"/>
            <a:ext cx="43662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Static (no execution)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55180" y="1691640"/>
            <a:ext cx="43662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Dynamic (execution)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79" y="2240280"/>
            <a:ext cx="1920240" cy="1463039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2240280"/>
            <a:ext cx="4366260" cy="1463039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Most common home of verification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Reviews, inspections, linting, standards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5180" y="2240280"/>
            <a:ext cx="4366260" cy="1463039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Dynamic verification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System tests run against the written specification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79" y="3794760"/>
            <a:ext cx="1920240" cy="1463039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3794760"/>
            <a:ext cx="4366260" cy="146303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Static validation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Walking users through wireframes or a paper prototype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5180" y="3794760"/>
            <a:ext cx="4366260" cy="146303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Most common home of validation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UAT, beta testing, usability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440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Simple rule: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verification is usually static, validation usually dynamic.  </a:t>
            </a:r>
            <a:r>
              <a:rPr sz="1700" b="1" i="0">
                <a:solidFill>
                  <a:srgbClr val="330066"/>
                </a:solidFill>
                <a:latin typeface="Arial"/>
              </a:rPr>
              <a:t>Precise rule: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static/dynamic is the technique; V&amp;V is the purpose.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Is Mostly Static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Requirements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6314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82880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6314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82880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6314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82880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Test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88036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Clear, consistent, complete, testable?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9943" y="2697480"/>
            <a:ext cx="0" cy="18288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8718" y="288036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Covers every requirement, nothing extra?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76013" y="2697480"/>
            <a:ext cx="0" cy="18288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4788" y="288036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Follows the design and coding standard?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22083" y="2697480"/>
            <a:ext cx="0" cy="18288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50858" y="288036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Cover the requirements? Correct expected results?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68153" y="2697480"/>
            <a:ext cx="0" cy="18288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2648" y="43434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At every phase ask: does this output follow correctly and completely from the previous stage and the standards?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Checking documents against templates and standards (ID formats, accessibility rules, style guides) is verification too.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Reviews recap and static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Reviews: A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Tuesday taught the review types and the tester's review process. The scale, in one line: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402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Informal review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92958" y="26746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58718" y="22402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Walkthrough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9028" y="26746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4788" y="22402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Technical review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85098" y="26746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50858" y="22402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Inspection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3383280"/>
            <a:ext cx="1097280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3429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More formal: more preparation, defined roles, recorded findings and metrics 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02336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Requirement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'Strong password' is never defined.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2998" y="402336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Design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element for 'lock after 5 failures'.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402336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Code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Query built from user input strings.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3698" y="402336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Test case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TC-09 expects the wrong message.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Tools examine code or documents without running them: verification by machine, on every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488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Linters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Style problems and likely bugs (Pylint, Flake8, ESLint)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2998" y="21488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Type checkers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Undefined names, wrong types (mypy, TypeScript)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21488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Security scanners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Patterns known to create vulnerabilities (SAST)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3698" y="214884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Document analysers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Vague words in requirements: 'fast', 'etc.'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4023360"/>
            <a:ext cx="6400800" cy="114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16052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example.py:11:16: F821 undefined name 'Fals'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example.py:1:0: F401 'os' imported but unused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4023360"/>
            <a:ext cx="4315968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Its limit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linter cannot tell whether '8 characters and one uppercase' is the right rule for users: that is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Static Testing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Early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Review a requirement the day it is written; the defect never reaches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Cheap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Changing a sentence costs less than changing deployed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Finds the missing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Gaps and contradictions: nothing executes what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49039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Finds the rare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typo in a rarely used error path is seen anyway.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49039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Shared understanding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Reviews spread knowledge across the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49039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Not enough alone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Cannot show behaviour under load or in a real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Recap: the rising cost of late defects was Monday's SDLC deck.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Prototypes, acceptance and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Happens Throughout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Wireframe or prototype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3744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88036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'Does this flow make sense?'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9504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Working increment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9504" y="288036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Sprint review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Acceptance testing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77456" y="230886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6360" y="288036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UAT, business sign-off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Beta release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54312" y="230886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43216" y="288036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Real users, real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0072" y="1828800"/>
            <a:ext cx="1865376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Production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288036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Abandoned registrations?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023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Validation is mostly dynamic: a running product, or a clickable prototype, in front of real users.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It does not need finished software: a paper wireframe can already answer 'right product?'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 of Acceptance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User acceptance (UAT)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Real users run realistic scenarios, e.g. a receptionist registers a customer.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Business acceptance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Business rules and processes are supported.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Contractual and regulatory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Contract terms, legal and regulatory rules are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Operational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Backup, recovery, maintenance and security procedures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Alpha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Internal staff or selected users, at the developer's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Beta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Selected external users, at their own sites, before general 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Acceptance testing is the test level most closely tied to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Usability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Put the product, or a prototype, in front of representative users and watch.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10972800" cy="14173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04288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Five new users try to register. Three miss the required Terms checkbox and keep seeing an error.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software does exactly what the specification says: a validation finding, not a verification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977639"/>
            <a:ext cx="264033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Moderated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3977639"/>
            <a:ext cx="264033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Prototype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7628" y="3977639"/>
            <a:ext cx="264033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Surveys and ratings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5118" y="3977639"/>
            <a:ext cx="264033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Assistive-technology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937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Usability is how easily and satisfactorily real users reach their goals.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V-Model, a Login Feature and Agile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V&amp;V across the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V-Model as a V&amp;V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Business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42248" y="16916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Acceptance testing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355848" y="2029968"/>
            <a:ext cx="5486400" cy="0"/>
          </a:xfrm>
          <a:prstGeom prst="line">
            <a:avLst/>
          </a:prstGeom>
          <a:ln w="1905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01568" y="1709928"/>
            <a:ext cx="53949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1F4E79"/>
                </a:solidFill>
                <a:latin typeface="Arial"/>
              </a:rPr>
              <a:t>Requirement 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2377440"/>
            <a:ext cx="64008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573768" y="2377440"/>
            <a:ext cx="64008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52728" y="26060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System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2168" y="26060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System testing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995928" y="2944368"/>
            <a:ext cx="4206240" cy="0"/>
          </a:xfrm>
          <a:prstGeom prst="line">
            <a:avLst/>
          </a:prstGeom>
          <a:ln w="1905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41648" y="2624328"/>
            <a:ext cx="41148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1F4E79"/>
                </a:solidFill>
                <a:latin typeface="Arial"/>
              </a:rPr>
              <a:t>Design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4328" y="3291840"/>
            <a:ext cx="64008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933688" y="3291840"/>
            <a:ext cx="64008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92807" y="35204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62088" y="35204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Integration testing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636008" y="3858768"/>
            <a:ext cx="2926080" cy="0"/>
          </a:xfrm>
          <a:prstGeom prst="line">
            <a:avLst/>
          </a:prstGeom>
          <a:ln w="1905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81727" y="3538728"/>
            <a:ext cx="283463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1F4E79"/>
                </a:solidFill>
                <a:latin typeface="Arial"/>
              </a:rPr>
              <a:t>Technical 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64408" y="4206240"/>
            <a:ext cx="640079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293608" y="4206240"/>
            <a:ext cx="64008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532887" y="44348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Module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2008" y="44348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Unit testing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276088" y="4773168"/>
            <a:ext cx="1645920" cy="0"/>
          </a:xfrm>
          <a:prstGeom prst="line">
            <a:avLst/>
          </a:prstGeom>
          <a:ln w="1905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21807" y="4453127"/>
            <a:ext cx="1554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1F4E79"/>
                </a:solidFill>
                <a:latin typeface="Arial"/>
              </a:rPr>
              <a:t>Detailed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21608" y="5349240"/>
            <a:ext cx="4754880" cy="5943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Coding: code review, static analysis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04488" y="5120640"/>
            <a:ext cx="27432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019288" y="5120640"/>
            <a:ext cx="274320" cy="22860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2648" y="5989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Left arm: verify each work product (static)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5989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Arial"/>
              </a:rPr>
              <a:t>Right arm: run the software against it (dynamic)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V&amp;V Across a Login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434840"/>
                <a:gridCol w="44348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Verification (built right?)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Validation (right product?)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Arial"/>
                        </a:rPr>
                        <a:t>Review for ambiguity: is 'valid format' defined?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E7D32"/>
                          </a:solidFill>
                          <a:latin typeface="Arial"/>
                        </a:rPr>
                        <a:t>Show a paper wireframe to sample users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Arial"/>
                        </a:rPr>
                        <a:t>Design covers every rule, incl. error messages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E7D32"/>
                          </a:solidFill>
                          <a:latin typeface="Arial"/>
                        </a:rPr>
                        <a:t>Clickable prototype: do users finish the task?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Code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Arial"/>
                        </a:rPr>
                        <a:t>Pull-request review, linting, coding standard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E7D32"/>
                          </a:solidFill>
                          <a:latin typeface="Arial"/>
                        </a:rPr>
                        <a:t>Unit tests on the password validator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System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Arial"/>
                        </a:rPr>
                        <a:t>Review test cases against the 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E7D32"/>
                          </a:solidFill>
                          <a:latin typeface="Arial"/>
                        </a:rPr>
                        <a:t>End-to-end tests incl. negative cases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4E79"/>
                          </a:solidFill>
                          <a:latin typeface="Arial"/>
                        </a:rPr>
                        <a:t>AC and test documents complete and approved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E7D32"/>
                          </a:solidFill>
                          <a:latin typeface="Arial"/>
                        </a:rPr>
                        <a:t>UAT, usability session, small beta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V&amp;V in Agile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3108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Verification, every day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Refinement and Three Amigos: a light requirement review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Pull-request reviews before merge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CI static checks block a failing merge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Pairing: instant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Validation, every sprint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Sprint review demo: 'not what we meant'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 Owner accepts or rejects each story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Early user feedback and beta programmes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Exploratory and usability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0292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Definition of Done holds both: 'code reviewed' (verification) and 'PO accepted' (validation)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V&amp;V (IV&amp;V)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V&amp;V by a team technically, managerially and financially independent from the builders.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Why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Removes blind spots and schedule pressure from the findings.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6448" y="21945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Where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Aerospace, medical devices, defence, nuclear, some finance and government.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0248" y="2194560"/>
            <a:ext cx="350520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How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Own reviews, analysis and tests; reports straight to stakeholders.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4348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More expensive, so used when the cost of failure is very high.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 everyday web projects the principle survives as a tester reviewing a developer's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60350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'Only testers verify'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Everyone verifies: developers, BAs, architects, POs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'Validation is only UAT'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Prototypes, demos, beta and monitoring validate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'It passes all tests, so it is valid'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Tests check the spec; the spec can be wrong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'Running code = validation'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Purpose decides V&amp;V; technique decides static/dynamic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'A clean linter means correct code'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It finds some classes of problems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Verification: built right, against the specification and standards.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Validation: the right product, against users' real needs.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Static/dynamic is the technique; verification/validation is the purpose.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Static analysis and reviews verify early; acceptance and usability validate.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V-Model maps each phase to its review and its test level.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In Agile, V&amp;V is continuous; IV&amp;V adds independence for high-risk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Verification vs Validation in Software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https://www.guru99.com/verification-v-s-validation-in-software-testing.html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Software testing overview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https://www.atlassian.com/continuous-delivery/software-testing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Pylint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https://pylint.readthedocs.io/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6967</Words>
  <Application>Microsoft Office PowerPoint</Application>
  <PresentationFormat>Widescreen</PresentationFormat>
  <Paragraphs>735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Courier New</vt:lpstr>
      <vt:lpstr>Wingdings</vt:lpstr>
      <vt:lpstr>Learners Point</vt:lpstr>
      <vt:lpstr>Verification vs Validation</vt:lpstr>
      <vt:lpstr>Learning Objectives (1 of 2)</vt:lpstr>
      <vt:lpstr>Learning Objectives (2 of 2)</vt:lpstr>
      <vt:lpstr>The Two Classic Questions</vt:lpstr>
      <vt:lpstr>Two Questions</vt:lpstr>
      <vt:lpstr>The House Analogy</vt:lpstr>
      <vt:lpstr>Both Can Fail Independently</vt:lpstr>
      <vt:lpstr>Everyday Version: Birthday Cake</vt:lpstr>
      <vt:lpstr>Definitions</vt:lpstr>
      <vt:lpstr>Verification and Validation Defined</vt:lpstr>
      <vt:lpstr>Supporting Terms (1 of 2)</vt:lpstr>
      <vt:lpstr>Supporting Terms (2 of 2)</vt:lpstr>
      <vt:lpstr>V&amp;V Is Evidence, Not Opinion</vt:lpstr>
      <vt:lpstr>Verification: Static Activities</vt:lpstr>
      <vt:lpstr>Verification Is Mostly Static</vt:lpstr>
      <vt:lpstr>Reviews: Four Types</vt:lpstr>
      <vt:lpstr>Informal Review and Walkthrough</vt:lpstr>
      <vt:lpstr>Technical Review and Inspection</vt:lpstr>
      <vt:lpstr>Roles in a Formal Review</vt:lpstr>
      <vt:lpstr>Roles: Note</vt:lpstr>
      <vt:lpstr>Comparing Review Types (1 of 2)</vt:lpstr>
      <vt:lpstr>Comparing Review Types (2 of 2)</vt:lpstr>
      <vt:lpstr>Reviews by Subject</vt:lpstr>
      <vt:lpstr>Reviews by Subject (continued)</vt:lpstr>
      <vt:lpstr>Checking Documents Against Standards</vt:lpstr>
      <vt:lpstr>Checklists</vt:lpstr>
      <vt:lpstr>Code-Review Checklist</vt:lpstr>
      <vt:lpstr>Static Analysis</vt:lpstr>
      <vt:lpstr>Static Analysis (continued)</vt:lpstr>
      <vt:lpstr>Static Analysis in Action</vt:lpstr>
      <vt:lpstr>What the Linter Found</vt:lpstr>
      <vt:lpstr>Validation: Dynamic Activities</vt:lpstr>
      <vt:lpstr>Validation Is Mostly Dynamic</vt:lpstr>
      <vt:lpstr>Test Levels at a Glance</vt:lpstr>
      <vt:lpstr>Acceptance Testing and Its Forms (1 of 2)</vt:lpstr>
      <vt:lpstr>Acceptance Testing and Its Forms (2 of 2)</vt:lpstr>
      <vt:lpstr>Usability Checks Against User Needs</vt:lpstr>
      <vt:lpstr>Validation Before the Software Is Complete</vt:lpstr>
      <vt:lpstr>The V-Model Mapping</vt:lpstr>
      <vt:lpstr>The V-Model as a V&amp;V Picture</vt:lpstr>
      <vt:lpstr>V-Model: Phase-to-Activity Pairing (1 of 2)</vt:lpstr>
      <vt:lpstr>V-Model: Phase-to-Activity Pairing (2 of 2)</vt:lpstr>
      <vt:lpstr>Two Notes on the V-Model</vt:lpstr>
      <vt:lpstr>Static vs Dynamic, and V&amp;V</vt:lpstr>
      <vt:lpstr>Two Different Classifications</vt:lpstr>
      <vt:lpstr>Static/Dynamic by Verification/Validation</vt:lpstr>
      <vt:lpstr>The Simple Rule and the Precise Rule</vt:lpstr>
      <vt:lpstr>Benefits of Static Testing</vt:lpstr>
      <vt:lpstr>Benefits of Static Testing (1 of 2)</vt:lpstr>
      <vt:lpstr>Relative Cost to Fix a Defect</vt:lpstr>
      <vt:lpstr>Benefits of Static Testing (2 of 2)</vt:lpstr>
      <vt:lpstr>Comparison and Stories</vt:lpstr>
      <vt:lpstr>Verification vs Validation (1 of 3)</vt:lpstr>
      <vt:lpstr>Verification vs Validation (2 of 3)</vt:lpstr>
      <vt:lpstr>Verification vs Validation (3 of 3)</vt:lpstr>
      <vt:lpstr>Both Are Essential</vt:lpstr>
      <vt:lpstr>Story 1: Passes Verification, Fails Validation</vt:lpstr>
      <vt:lpstr>Story 1: What Went Wrong</vt:lpstr>
      <vt:lpstr>Story 2: Valid Need, Poor Build</vt:lpstr>
      <vt:lpstr>Story 2 and Story 3</vt:lpstr>
      <vt:lpstr>V&amp;V on Project 1</vt:lpstr>
      <vt:lpstr>Sample Requirements</vt:lpstr>
      <vt:lpstr>V&amp;V Across the Project 1 Lifecycle (1 of 4)</vt:lpstr>
      <vt:lpstr>V&amp;V Across the Project 1 Lifecycle (2 of 4)</vt:lpstr>
      <vt:lpstr>V&amp;V Across the Project 1 Lifecycle (3 of 4)</vt:lpstr>
      <vt:lpstr>V&amp;V Across the Project 1 Lifecycle (4 of 4)</vt:lpstr>
      <vt:lpstr>Test Cases Are Work Products Too</vt:lpstr>
      <vt:lpstr>V&amp;V in Agile, and IV&amp;V</vt:lpstr>
      <vt:lpstr>V&amp;V in Agile Teams</vt:lpstr>
      <vt:lpstr>Verification in Agile</vt:lpstr>
      <vt:lpstr>Sample Definition of Done</vt:lpstr>
      <vt:lpstr>Validation in Agile</vt:lpstr>
      <vt:lpstr>Agile and the Story 1 Risk</vt:lpstr>
      <vt:lpstr>Independent V&amp;V (IV&amp;V)</vt:lpstr>
      <vt:lpstr>Mini Document Review</vt:lpstr>
      <vt:lpstr>Mini Document Review: Steps 1 to 5</vt:lpstr>
      <vt:lpstr>Mini Document Review: Steps 6 to 10</vt:lpstr>
      <vt:lpstr>Common Misconceptions</vt:lpstr>
      <vt:lpstr>Misconceptions 1 to 4</vt:lpstr>
      <vt:lpstr>Misconceptions 5 to 7</vt:lpstr>
      <vt:lpstr>What Comes Next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2026-10-24T11:31:19Z</dcterms:modified>
</cp:coreProperties>
</file>