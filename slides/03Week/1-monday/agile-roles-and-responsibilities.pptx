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17" r:id="rId6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0" Type="http://schemas.openxmlformats.org/officeDocument/2006/relationships/slide" Target="slides/slide59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notesMaster" Target="notesMasters/notesMaster1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Scrum lesson covered what happens in a sprint. This lesson covers who does it, and where the Quality Engineer fits.</a:t>
            </a:r>
          </a:p>
          <a:p>
            <a:r>
              <a:t>- Ask: "In your last team or project, who decided what to build? Who decided how?" Keep the answers for the PO and Developers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of Ready and Done were covered in the Scrum lesson; here we only recap them in one line. Our course characters appear in examples: Ananya (QE), Rohan (PO), Meera (Scrum Master), Karan and Neha (Developers), Farhan (BA), Divya (UX), Vikram (DevOps), Sunita (stakeholder).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three accountabilities defined in the Scrum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 The key row is the specialist keeper: a specialist skill that belongs to the team, not a separate team.</a:t>
            </a:r>
          </a:p>
          <a:p>
            <a:r>
              <a:t>- Scrum calls the three roles "accountabilities": the person who answers for the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 may delegate writing backlog items but stays accountable. Saying "no" is part of the job.</a:t>
            </a:r>
          </a:p>
          <a:p>
            <a:r>
              <a:t>More "is not": a requirements thrower who writes a document and disappears; a rubber stamp for stakeholders (they give input, the PO decides).</a:t>
            </a:r>
          </a:p>
          <a:p>
            <a:r>
              <a:t>Why the QE cares: the PO is your main source for "what should this do?" and "what matters most?", which tells you where to test most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 coaches the team, the PO and the wider organisation in Scrum. They help the team learn to solve its own problems rather than solving everything.</a:t>
            </a:r>
          </a:p>
          <a:p>
            <a:r>
              <a:t>Why the QE cares: the SM is often your ally for time to build automation, a stable test environment, or a rule such as "no story is done without tests".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Older Scrum Guides said "Development Team". The 2020 Guide says "Developers" to make clear it is not only people who write code.</a:t>
            </a:r>
          </a:p>
          <a:p>
            <a:r>
              <a:t>- Developers hold each other accountable as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one: Scrum has no separate tester role. QEs, QA engineers and SDETs are part of the Developers.</a:t>
            </a:r>
          </a:p>
          <a:p>
            <a:r>
              <a:t>Part two: testing specialists are still essential: deep test design and risk skills, exploratory testing, automation and pipelines, performance, security, accessibility and usability testing, and asking the awkward "what if...?" questions.</a:t>
            </a:r>
          </a:p>
          <a:p>
            <a:r>
              <a:t>Quick true/false check for the room:</a:t>
            </a:r>
          </a:p>
          <a:p>
            <a:r>
              <a:t>- "Scrum says testers are not needed." False.</a:t>
            </a:r>
          </a:p>
          <a:p>
            <a:r>
              <a:t>- "Only the QE is responsible for bugs." False: the whole team is.</a:t>
            </a:r>
          </a:p>
          <a:p>
            <a:r>
              <a:t>- "A QE sits outside the team and receives finished builds." False.</a:t>
            </a:r>
          </a:p>
          <a:p>
            <a:r>
              <a:t>- "A QE has no say in whether a story is done." False: the QE helps judge it against the DoD.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people around the Scrum Team. Titles vary between companies, so focus on the work each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the QE works with each:</a:t>
            </a:r>
          </a:p>
          <a:p>
            <a:r>
              <a:t>- Farhan (BA): review requirements together, spot gaps, align test scenarios with business rules.</a:t>
            </a:r>
          </a:p>
          <a:p>
            <a:r>
              <a:t>- Divya (UX): check designs for testability and accessibility, verify the build matches mock-ups.</a:t>
            </a:r>
          </a:p>
          <a:p>
            <a:r>
              <a:t>- Vikram (DevOps): agree how automated tests run in the CI/CD pipeline, request stable environments, discuss release readiness.</a:t>
            </a:r>
          </a:p>
          <a:p>
            <a:r>
              <a:t>- Tech lead or architect: testability of the design, integration points, performance and security risks.</a:t>
            </a:r>
          </a:p>
          <a:p>
            <a:r>
              <a:t>- Sunita (stakeholder): rarely direct contact; her needs reach you through Rohan, and she gives feedback at the Sprint Review.</a:t>
            </a:r>
          </a:p>
          <a:p>
            <a:r>
              <a:t>- Agile coach: spreads quality practices such as shift-left across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QEs often study support tickets, analytics and user feedback to decide where to focus tests.</a:t>
            </a:r>
          </a:p>
          <a:p>
            <a:r>
              <a:t>- Some roles sit inside the Scrum Team (the Developer "hat"); others are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what Ananya actually does across a sprint. The events themselves were covered in the Scrum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Before: refinement is where a defect costs minutes instead of days. Ananya asks "What if the quantity is negative?" or "What does fast mean, in seconds?" and checks there is a clear test, a clear pass/fail, and possible data and environment.</a:t>
            </a:r>
          </a:p>
          <a:p>
            <a:r>
              <a:t>During: shift-left habits, exploratory testing, keeping test status visible, flagging blockers at the Daily Scrum.</a:t>
            </a:r>
          </a:p>
          <a:p>
            <a:r>
              <a:t>After: release readiness facts are test results, open defects and severity, risk areas and coverage.</a:t>
            </a:r>
          </a:p>
          <a:p>
            <a:r>
              <a:t>A day-by-day view of the sprint is on the timeline slide in the Scrum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QE or SDET often owns the structure of the automation framework, while developers write many of the checks too.</a:t>
            </a:r>
          </a:p>
          <a:p>
            <a:r>
              <a:t>- A short conversation beats a long ticket thread.</a:t>
            </a:r>
          </a:p>
          <a:p>
            <a:r>
              <a:t>- The regression safety net is what makes frequent releases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perspectives, not exactly three people. It prevents the costly case where the PO imagines one thing, the developer builds another and the QE tests a third.</a:t>
            </a:r>
          </a:p>
          <a:p>
            <a:r>
              <a:t>Example dialogue (story: "As a registered customer, I want to apply a discount code at checkout so that I pay less"):</a:t>
            </a:r>
          </a:p>
          <a:p>
            <a:r>
              <a:t>- Ananya asks: expired or already-used code? Lowercase? More than one code per order? Negative totals? What is a "clear error"? How fast?</a:t>
            </a:r>
          </a:p>
          <a:p>
            <a:r>
              <a:t>- Rohan decides: errors for expired and used codes; not case-sensitive; one code per order; total never below zero; update within two seconds.</a:t>
            </a:r>
          </a:p>
          <a:p>
            <a:r>
              <a:t>- Karan commits to seed data for sample codes and unit tests for the calculation rules.</a:t>
            </a:r>
          </a:p>
          <a:p>
            <a:r>
              <a:t>- Ananya reads back the acceptance criteria. The PO supplied purpose and decisions, the developer raised technical points, the QE made vague ideas measurable before any code was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quality as everyone's job, and a way to make responsibilities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cannot "test quality into" a product at the end; you have to build it in. Ask: "Which column describes teams you've worked in?"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Whole-team quality: everyone is responsible for the product's quality, not just testers. The QE is the specialist, coach and enabler.</a:t>
            </a:r>
          </a:p>
          <a:p>
            <a:r>
              <a:t>- One-line recap from the Scrum lesson: DoR is the front door (is the story ready to start?), DoD is the exit (is it really finished?).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RACI matrix shows who is Responsible (does the work), Accountable (answers for the outcome; ideally one person), Consulted (gives input) and Informed (kept up to date).</a:t>
            </a:r>
          </a:p>
          <a:p>
            <a:r>
              <a:t>More rows from the full matrix: Three Amigos (PO A; Dev and QE R); estimate stories (Developers A/R, QE R); write unit tests (Dev A/R, QE consulted as coach); exploratory testing and test automation (QE A/R, Dev R); maintain CI/CD and environments (DevOps/Vikram R, SM removes blockers); log and triage defects (Dev and QE R, PO consulted on priority); remove impediments (SM A/R); release decision (PO A, QE gives quality input); retrospective improvements (SM facilitates, everyone R).</a:t>
            </a:r>
          </a:p>
          <a:p>
            <a:r>
              <a:t>- Note: the QE leads the rows marked A/R; for the DoD the whole Developers group is accountable, not the QE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anti-pattern is a habit that looks like a solution but causes problems.</a:t>
            </a:r>
          </a:p>
          <a:p>
            <a:r>
              <a:t>More: stories without acceptance criteria ("make the login better") → use Three Amigos and the DoR; PO as a proxy messenger for every stakeholder question → allow direct access where appropriate; automation only "after the sprint" → include automation in the DoD.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Jira, where the backlog, the sprint board and the QE's daily work become visible to the whole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Scrum Guide defines the three accountabilities in two pages; the Agile Alliance glossary explains terms such as Three Amigos.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10/23/2026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10/23/2026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Agile 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Who does what on an Agile team, and where quality fits into each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Product Owner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58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81579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Scrum Master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7039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3615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Developers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849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50709" y="3520439"/>
            <a:ext cx="69723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QE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393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05139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Three Amigos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1939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5971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RACI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The Scrum Guide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https://scrumguides.org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Agile team roles and how Scrum teams are organised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https://www.atlassian.com/agile/scrum/roles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Agile Alliance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https://www.agilealliance.org/agile101/agile-glossary/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22 / 22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28216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Describe the three Scrum accountabilities: PO, Scrum Master, Developers.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41448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78024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Explain where QEs sit in a Scrum Team, and who else they work with.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191256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27832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Describe the QE's work before, during and after a sprint.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941064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977640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Explain whole-team quality, Three Amigos and a RACI view of a sprint.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690872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727448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Recognise common role anti-patterns and suggest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 / 22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Scrum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Owner, Scrum Master, Developers, and where the QE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 / 22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Cricket or Football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063240"/>
        </p:xfrm>
        <a:graphic>
          <a:graphicData uri="http://schemas.openxmlformats.org/drawingml/2006/table">
            <a:tbl>
              <a:tblPr/>
              <a:tblGrid>
                <a:gridCol w="6583680"/>
                <a:gridCol w="4389120"/>
              </a:tblGrid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In a sports team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In Scrum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Captain: what to aim for, order of play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Product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Coach: improves how the team works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Scrum Master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Players on the field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Developers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Specialist wicketkeeper or goalkeeper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QE / SDET, inside the Developers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Fans, sponsors, club owners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Stakeholders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ROLE, NOT JOB TITLE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role is a set of responsibilities. A "Senior QE" job title fills the Developer role in Scrum.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4 / 22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Owner (PO)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Rohan, our PO, decides what to build and why, never how or who.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One person accountable for maximising product value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Owns the Product Goal and the Product Backlog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Orders the backlog: value, risk, deadlines, customers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Accepts or rejects finished work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Not a committee, not a project manager, not the team's boss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5 / 22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Master (SM)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Meera, our Scrum Master, serves and coaches the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Accountable for Scrum working and the team being effective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Servant leader: measured by how well the team performs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Facilitates events and keeps them in their timebox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Removes impediments, e.g. a broken test environment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Not a project manager, boss, secretary or "Scrum police"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6 / 22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Karan and Neha build features; Ananya, our QE, is also a Developer.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Everyone who creates any part of the Increment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Programmers, testers, designers, database specialists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Own the sprint plan and adapt it daily to the Sprint Goal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Build quality in through the Definition of Done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Self-organising: decide who does what,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7 / 22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QE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393192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Scrum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Product Owner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Rohan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" y="36118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Scrum Master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Meera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240280"/>
            <a:ext cx="7040880" cy="310896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331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Arial"/>
              </a:rPr>
              <a:t>Developers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9260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Developer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Karan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0568" y="29260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Developer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Neha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16568" y="29260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QE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Ananya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114800"/>
            <a:ext cx="6583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No separate "tester" role: same sprint, same goal, shared accountability for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8 / 22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Wider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Supporting roles, stakeholders, customers and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9 / 22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Wider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04488" y="2331720"/>
            <a:ext cx="4389120" cy="18288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4488" y="260604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Scrum Team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Rohan · Meera · Karan · Neha · Ananya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691640"/>
            <a:ext cx="2926080" cy="1463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Farhan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Business Analyst: requirements, business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069080"/>
            <a:ext cx="2926080" cy="1463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Divya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UX Designer: flows, screens, usability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59368" y="1691640"/>
            <a:ext cx="2926080" cy="1463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Vikram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DevOps Engineer: pipelines, environments, releases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9368" y="4069080"/>
            <a:ext cx="2926080" cy="14630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Sunita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Stakeholder / business owner: priorities, Sprint Review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423160"/>
            <a:ext cx="274320" cy="320040"/>
          </a:xfrm>
          <a:prstGeom prst="line">
            <a:avLst/>
          </a:prstGeom>
          <a:ln w="1905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584448" y="3840480"/>
            <a:ext cx="274320" cy="960120"/>
          </a:xfrm>
          <a:prstGeom prst="line">
            <a:avLst/>
          </a:prstGeom>
          <a:ln w="1905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339327" y="2423160"/>
            <a:ext cx="274321" cy="320040"/>
          </a:xfrm>
          <a:prstGeom prst="line">
            <a:avLst/>
          </a:prstGeom>
          <a:ln w="1905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339327" y="3840480"/>
            <a:ext cx="274321" cy="960120"/>
          </a:xfrm>
          <a:prstGeom prst="line">
            <a:avLst/>
          </a:prstGeom>
          <a:ln w="1905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Also around the team: tech leads and architects, Agile coaches, customers and end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10 / 22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User, Customer, Stakeholder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783080"/>
            <a:ext cx="310286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330066"/>
                </a:solidFill>
                <a:latin typeface="Arial"/>
              </a:rPr>
              <a:t>User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Uses the product, e.g. a shopper placing an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164592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7616" y="1783080"/>
            <a:ext cx="310286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330066"/>
                </a:solidFill>
                <a:latin typeface="Arial"/>
              </a:rPr>
              <a:t>Customer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Pays for it. Sometimes the same as the user, sometimes a company buying for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0248" y="1645920"/>
            <a:ext cx="3505200" cy="23774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1416" y="1783080"/>
            <a:ext cx="310286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330066"/>
                </a:solidFill>
                <a:latin typeface="Arial"/>
              </a:rPr>
              <a:t>Stakeholder</a:t>
            </a:r>
          </a:p>
          <a:p>
            <a:pPr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Arial"/>
              </a:rPr>
              <a:t>Anyone affected by or interested in it: business, support, legal, partners.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WHY IT MATTERS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Quality means fit for the people who actually use the product. Users' real behaviour shows what to test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11 / 22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QE in a Sprint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Before, during and after: refinement, building quality in, Three Amigos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12 / 22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QE Before, During and After 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Before the sprint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46888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6060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Refinement: ask "what if?"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Help write testable criteria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Spot risks and test data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3736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During the 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46888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6060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Design tests from criteria early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Test small slices as they land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Pair with developers; automate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2057400"/>
            <a:ext cx="219456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10728" y="1737360"/>
            <a:ext cx="3474720" cy="64008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End of the sprint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2468880"/>
            <a:ext cx="3474720" cy="2651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606040"/>
            <a:ext cx="31089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Show what was tested at the Review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Give release-readiness facts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Bring quality data to the Retro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2057400"/>
            <a:ext cx="219456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13 / 22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Quality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Design tests from acceptance criteria while code is written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Pair with developers: problems caught in minutes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Exploratory testing guided by curiosity and risk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Automate unit, API, UI and regression checks together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Log defects clearly; talk to the developer directly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Keep test status visible to the whole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14 / 22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Amigos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Oval 3"/>
          <p:cNvSpPr/>
          <p:nvPr/>
        </p:nvSpPr>
        <p:spPr>
          <a:xfrm>
            <a:off x="1527048" y="1737360"/>
            <a:ext cx="3108960" cy="2194560"/>
          </a:xfrm>
          <a:prstGeom prst="ellipse">
            <a:avLst/>
          </a:prstGeom>
          <a:solidFill>
            <a:srgbClr val="E4DFEC"/>
          </a:solidFill>
          <a:ln w="25400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7" y="23317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B2C83"/>
                </a:solidFill>
                <a:latin typeface="Arial"/>
              </a:rPr>
              <a:t>Business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Rohan or Farhan: why?</a:t>
            </a:r>
          </a:p>
        </p:txBody>
      </p:sp>
      <p:sp>
        <p:nvSpPr>
          <p:cNvPr id="6" name="Oval 5"/>
          <p:cNvSpPr/>
          <p:nvPr/>
        </p:nvSpPr>
        <p:spPr>
          <a:xfrm>
            <a:off x="4453128" y="1737360"/>
            <a:ext cx="3108960" cy="2194560"/>
          </a:xfrm>
          <a:prstGeom prst="ellipse">
            <a:avLst/>
          </a:prstGeom>
          <a:solidFill>
            <a:srgbClr val="DEEBF7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8888" y="23317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4E79"/>
                </a:solidFill>
                <a:latin typeface="Arial"/>
              </a:rPr>
              <a:t>Development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Karan: how?</a:t>
            </a:r>
          </a:p>
        </p:txBody>
      </p:sp>
      <p:sp>
        <p:nvSpPr>
          <p:cNvPr id="8" name="Oval 7"/>
          <p:cNvSpPr/>
          <p:nvPr/>
        </p:nvSpPr>
        <p:spPr>
          <a:xfrm>
            <a:off x="2990088" y="3291840"/>
            <a:ext cx="3108960" cy="2194560"/>
          </a:xfrm>
          <a:prstGeom prst="ellipse">
            <a:avLst/>
          </a:prstGeom>
          <a:solidFill>
            <a:srgbClr val="E2F0D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43434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Testing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Ananya: what could go wrong?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74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Short talk about one story, before development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15–30 minutes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1A1A1A"/>
                </a:solidFill>
                <a:latin typeface="Arial"/>
              </a:rPr>
              <a:t>Goal: one shared picture, concrete examples, agreed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15 / 22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Whole-Team Quality and RACI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mindset shift, the QE as coach, and who does what in a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16 / 22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Mindset vs Whole-Team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Old mindset: "QA owns quality"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Whole-team mindset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Developers code, QA finds the bugs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Developers write unit tests; QE coaches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"It's QA's job to catch it"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"We built it, we make sure it works"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PO writes the story and disappears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 joins the conversation about examples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Quality is checked at the end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Quality is built in at every step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Bugs are blamed on people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Bugs are learning for the team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17 / 22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QE as Coach and Advocate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Help the team prevent defects, not only detect them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Be the team's voice for the user and for quality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Raise risks early, politely and with evidence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Teach testing skills to developers and the PO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Influence through collaboration, not authority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Guard testability in the DoR and quality in the DoD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18 / 22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Does What: 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64607" y="1691640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6247" y="1691640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7888" y="1691640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39528" y="1691640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QE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5000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Order the backlog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64607" y="227685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A/R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6247" y="227685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227685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9528" y="227685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9864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Write acceptance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7" y="282549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7" y="282549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82549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39528" y="282549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44728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Build the feature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7" y="337413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7" y="337413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337413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A/R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39528" y="337413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99592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Design tests and test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7" y="392277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7" y="392277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92277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9528" y="392277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A/R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544568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Meet the Definition of Done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7" y="447141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6247" y="447141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447141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A/R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39528" y="4471416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5093207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Accept the finished story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64607" y="5020055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A/R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56247" y="5020055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5A5A5A"/>
                </a:solidFill>
                <a:latin typeface="Arial"/>
              </a:rPr>
              <a:t>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47888" y="5020055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39528" y="5020055"/>
            <a:ext cx="1600200" cy="47548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R = Responsible (does it) · A = Accountable (answers for it) · C = Consulted · I = Informed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19 / 22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Mistakes: Role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395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Anti-pattern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Why it hurts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Better approach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Mini-waterfall in the sprint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Bugs found late; stories carry over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Small slices, tested as built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Tester as gatekeeper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QE becomes a bottleneck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QE informs on risk; team and PO decide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PO unavailable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Developers guess; rework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Agreed PO time; SM escalates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SM as manager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Kills self-organisation and trust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SM facilitates; team plans its work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"Done" means "coded"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Hidden unfinished work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Enforce the Definition of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QE outside the team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Hand-offs, "us vs them"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QE embedded with shared goals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20 / 22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7282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Scrum has three accountabilities: PO (value), SM (effectiveness), Developers.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4384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47497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QEs are Developers: no separate tester role, but the skill is essential.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1851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22173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BAs, UX, DevOps and stakeholders shape the work around the team.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931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6849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QE adds value before, during and after every sprint.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6786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1525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Whole-team quality: everyone owns it; Three Amigos aligns early.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4254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20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Watch for anti-patterns: mini-waterfall, gatekeepers, absent POs.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21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5627</Words>
  <Application>Microsoft Office PowerPoint</Application>
  <PresentationFormat>Widescreen</PresentationFormat>
  <Paragraphs>703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Courier New</vt:lpstr>
      <vt:lpstr>Wingdings</vt:lpstr>
      <vt:lpstr>Learners Point</vt:lpstr>
      <vt:lpstr>Agile Roles and Responsibilities</vt:lpstr>
      <vt:lpstr>Learning Objectives (1 of 2)</vt:lpstr>
      <vt:lpstr>Learning Objectives (2 of 2)</vt:lpstr>
      <vt:lpstr>Roles and the Team</vt:lpstr>
      <vt:lpstr>Analogy: A Cricket or Football Team</vt:lpstr>
      <vt:lpstr>Role and Accountability</vt:lpstr>
      <vt:lpstr>Product Owner (PO)</vt:lpstr>
      <vt:lpstr>Product Owner: What the PO Is Not</vt:lpstr>
      <vt:lpstr>Scrum Master (SM)</vt:lpstr>
      <vt:lpstr>Scrum Master: What the SM Is Not</vt:lpstr>
      <vt:lpstr>Developers</vt:lpstr>
      <vt:lpstr>Where Do Testers and QE Fit?</vt:lpstr>
      <vt:lpstr>Testers in Scrum: True or False</vt:lpstr>
      <vt:lpstr>The Wider Team</vt:lpstr>
      <vt:lpstr>The Broader Agile Team (1 of 2)</vt:lpstr>
      <vt:lpstr>The Broader Agile Team (2 of 2)</vt:lpstr>
      <vt:lpstr>Customer, User, Stakeholder</vt:lpstr>
      <vt:lpstr>The QE in a Sprint</vt:lpstr>
      <vt:lpstr>Before the Sprint: Refinement</vt:lpstr>
      <vt:lpstr>During the Sprint: Build Quality In (1 of 2)</vt:lpstr>
      <vt:lpstr>During the Sprint: Build Quality In (2 of 2)</vt:lpstr>
      <vt:lpstr>The Three Amigos</vt:lpstr>
      <vt:lpstr>Three Amigos: The Aim</vt:lpstr>
      <vt:lpstr>End of Sprint: Show, Reflect, Improve</vt:lpstr>
      <vt:lpstr>Quality Metrics</vt:lpstr>
      <vt:lpstr>Quality Advocacy</vt:lpstr>
      <vt:lpstr>Whole-Team Quality</vt:lpstr>
      <vt:lpstr>Old Mindset vs Whole-Team Mindset</vt:lpstr>
      <vt:lpstr>QE as Coach and Enabler</vt:lpstr>
      <vt:lpstr>Definition of Ready (DoR)</vt:lpstr>
      <vt:lpstr>Definition of Done (DoD)</vt:lpstr>
      <vt:lpstr>Ready vs Done (1 of 2)</vt:lpstr>
      <vt:lpstr>Ready vs Done (2 of 2)</vt:lpstr>
      <vt:lpstr>Accountability Matrix</vt:lpstr>
      <vt:lpstr>What Is RACI?</vt:lpstr>
      <vt:lpstr>RACI Matrix (1 of 3)</vt:lpstr>
      <vt:lpstr>RACI Matrix (2 of 3)</vt:lpstr>
      <vt:lpstr>RACI Matrix (3 of 3)</vt:lpstr>
      <vt:lpstr>Reading the RACI Table</vt:lpstr>
      <vt:lpstr>Anti-Patterns</vt:lpstr>
      <vt:lpstr>Common Anti-Patterns (1 of 3)</vt:lpstr>
      <vt:lpstr>Common Anti-Patterns (2 of 3)</vt:lpstr>
      <vt:lpstr>Common Anti-Patterns (3 of 3)</vt:lpstr>
      <vt:lpstr>What Is an Anti-Pattern?</vt:lpstr>
      <vt:lpstr>A Sprint Day by Day</vt:lpstr>
      <vt:lpstr>A Day in the Life: Overview</vt:lpstr>
      <vt:lpstr>QE Sprint Days 1-4</vt:lpstr>
      <vt:lpstr>QE Sprint Days 5-8</vt:lpstr>
      <vt:lpstr>QE Sprint Days 9-10</vt:lpstr>
      <vt:lpstr>Refinement Dialogue: Setup</vt:lpstr>
      <vt:lpstr>Refinement Dialogue: The Outcome</vt:lpstr>
      <vt:lpstr>Examples and Project 1</vt:lpstr>
      <vt:lpstr>Putting It Together</vt:lpstr>
      <vt:lpstr>Project 1: A Team of Eight</vt:lpstr>
      <vt:lpstr>Project 1: This Week</vt:lpstr>
      <vt:lpstr>Common Mistakes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5</cp:revision>
  <dcterms:modified xsi:type="dcterms:W3CDTF">2026-10-23T17:36:35Z</dcterms:modified>
</cp:coreProperties>
</file>