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8226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 today as the toolkit for storing and transforming data — every real program manipulates collections, and this connects directly to Friday's Pandas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objectives spanning conversions, four core collection types, an efficient double-ended queue, the iterator protocol, and comprehensions.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concrete examples anchor the abstract collection types in real QE work, then land directly on Friday's Pandas connection.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reference table for the seven core casting functions — students will come back to this repeatedly.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gotchas worth calling out explicitly: int() truncates rather than rounds, and int() can't parse a decimal string directly — you have to go through float()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line to draw: numeric type promotion is automatic, but string-number mixing is never automatic and always raises TypeError until you cast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Interning is a CPython implementation detail, not a language guarantee — this is exactly why relying on 'is' for strings is fragile.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correct use of 'is' is checking for None — for every other value comparison, including strings, use ==.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Negative indexing and slicing are used constantly — make sure the 'stop is excluded' rule and the [::-1] reverse idiom land clearly.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in-place methods (append, sort, remove — all mutate and return None) from sorted(), which returns a new list and leaves the original untouched.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grab-bag reference slide — len/sum/min/max are built-ins that work on any numeric iterable, not just 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(42,) trailing-comma gotcha is worth a live demo — (42) alone is just an int in parentheses, not a tuple.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swap idiom (a, b = b, a) is a favorite Python interview moment — it works because the right side is fully evaluated into a tuple before any assignment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simple heuristic: immutable and fixed → tuple; mutable and dynamic →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out for the empty-set gotcha: set() not {} — curly braces alone create an empty dict, not an empty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O(1) vs O(n) membership testing is a genuinely important performance distinction that pays off immediately in real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dict maps keys to values, like a real dictionary — you learned a preview of this Tuesday when **kwargs collected keyword args into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Chaining .get() calls with default fallbacks ({} then a string default) is the idiomatic way to safely dig into nested dicts without crashing on a missing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Same-syntax add vs update is worth flagging: student[key] = value works identically whether the key is new or existing.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iteration styles — over keys (default), .values(), and .items() — with .items() being the one students will reach for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'group items by key' pattern is extremely common — setdefault avoids an explicit 'if key not in dict'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patterns students will use constantly: dict-of-dicts for API parsing, the get(k,0)+1 counting idiom, and dicts as a cleaner alternative to long elif chains.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selling point: deque gives O(1) appends/pops at BOTH ends, where a plain list is only fast at the right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stack can be a plain list too, but deque makes the FIFO/LIFO intent explicit and keeps both directions equally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distinction: an iterable knows how to produce an iterator; an iterator is the thing actually doing the producing, one item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Demystify the for loop entirely: it's syntactic sugar for exactly this iter()/next()/StopIteration/break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range(1000000) never builds a million-element list in memory — it's a lazy iterable that computes each integer on demand, which is why it stays cheap at any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the loop and comprehension side by side so the readability gain is visually obvious, not just claimed.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Nested comprehensions read like nested for loops, left to right, outer to inner. Dict comprehensions follow the same key:value pattern as a dict literal.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Generator expressions look almost identical to list comprehensions but trade eagerness for laziness — flag that the deeper mechanics are Friday's topic.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 recap mirroring the written reading's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students to the official data structures docs, the collections module reference, and Real Python's comprehension deep dive.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5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D27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914400" y="20116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5146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9C4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30175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FD8D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)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663440" y="214884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Collections, Casting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Comprehensions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37490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3DA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tuples, sets, dicts, deques, iterators, and the comprehensions that replace verbose loops.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ORIENTED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4173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values between built-in types using type casting functions.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6974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string interning and why is/== behave differently on strings.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069080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9776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access, and manipulate lists, tuples, sets, and dicts.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55080" y="1508760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355080" y="1508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14173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collections.deque for efficient queue and stack operations.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55080" y="2788920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355080" y="2788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26974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difference between iterators and iterables.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55080" y="4069080"/>
            <a:ext cx="420624" cy="42062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35508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39776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list, dict, and set comprehensions to replace verbose loops.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5544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test suite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20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results in a list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46304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0" y="15544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API response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92024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dict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25603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set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29260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duplicate IDs from a stream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246888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C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400800" y="25603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deque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9260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a breadth-first search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520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Comprehensions let you express data transformations in a single readable line instead of four.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Casting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 is the explicit conversion of a value from one type to another.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466344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1828800"/>
            <a:ext cx="2103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971800" y="1828800"/>
            <a:ext cx="2103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Converts to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828800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295144"/>
            <a:ext cx="2103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int(x)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2295144"/>
            <a:ext cx="2103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257800" y="2295144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int("42") → 42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761488"/>
            <a:ext cx="11064240" cy="4663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85800" y="2761488"/>
            <a:ext cx="2103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float(x)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2761488"/>
            <a:ext cx="2103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27614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float("3.14") → 3.14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227832"/>
            <a:ext cx="2103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str(x)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971800" y="3227832"/>
            <a:ext cx="2103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3227832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str(100) → "100"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694176"/>
            <a:ext cx="11064240" cy="4663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85800" y="3694176"/>
            <a:ext cx="2103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bool(x)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971800" y="3694176"/>
            <a:ext cx="2103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3694176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bool(0) → False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4160520"/>
            <a:ext cx="2103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list(x)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971800" y="4160520"/>
            <a:ext cx="2103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4160520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list("abc") → ["a","b","c"]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626864"/>
            <a:ext cx="11064240" cy="4663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85800" y="4626864"/>
            <a:ext cx="2103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tuple(x)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971800" y="4626864"/>
            <a:ext cx="2103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257800" y="4626864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tuple([1,2,3]) → (1,2,3)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" y="5093208"/>
            <a:ext cx="2103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set(x)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2971800" y="5093208"/>
            <a:ext cx="21031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257800" y="509320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set([1,2,2,3]) → {1,2,3}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Casting Numbers &amp; Casting Failures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conversions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1447800"/>
          </a:xfrm>
          <a:prstGeom prst="roundRect">
            <a:avLst>
              <a:gd name="adj" fmla="val 5053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1118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Float to int — truncates, does NOT round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print(int(3.99))    # 3  (not 4!)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String to float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print(float("19.99") * 2)   # 39.98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Casting raises ValueError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1216660"/>
          </a:xfrm>
          <a:prstGeom prst="roundRect">
            <a:avLst>
              <a:gd name="adj" fmla="val 6013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993392"/>
            <a:ext cx="4892040" cy="887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int("hello")        # ValueError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int("3.14")         # ValueError — parse as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#   float first!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int(float("3.14"))  # Works: 3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703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`int()` never rounds a float — it always truncates toward zero.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Implicit vs. Explicit Casting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Implicit — Python does it for you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1076325"/>
          </a:xfrm>
          <a:prstGeom prst="roundRect">
            <a:avLst>
              <a:gd name="adj" fmla="val 6796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747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5 + 2.0   # int + float → float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       # 7.0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print(type(result)) # &lt;class 'float'&gt;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Strings + numbers need explicit casts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886460"/>
          </a:xfrm>
          <a:prstGeom prst="roundRect">
            <a:avLst>
              <a:gd name="adj" fmla="val 8252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993392"/>
            <a:ext cx="4892040" cy="557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"Age: " + 25         # TypeError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"Age: " + str(25)    # "Age: 25"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918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freely promotes int → float in arithmetic, but never silently converts between strings and numbers — that always needs an explicit cast.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Interning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reuses the same string object in memory for short strings that look like identifiers — an optimization called string interning.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1064240" cy="2314575"/>
          </a:xfrm>
          <a:prstGeom prst="roundRect">
            <a:avLst>
              <a:gd name="adj" fmla="val 3160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2176272"/>
            <a:ext cx="10607040" cy="1985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"hello"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"hello"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== b)   # True  — same value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 is b)   # True  — same object (interned)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"hello world"     # spaces make interning less likely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"hello world"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== y)   # True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 is y)   # may be True or False — implementation-dependent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Rule: Always Use == for Strings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778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4630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4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checks identity (same object).    </a:t>
            </a:r>
            <a:r>
              <a:rPr lang="en-US" sz="1600" b="1" dirty="0">
                <a:solidFill>
                  <a:srgbClr val="12353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checks equality (same value).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560320"/>
            <a:ext cx="11064240" cy="2174240"/>
          </a:xfrm>
          <a:prstGeom prst="roundRect">
            <a:avLst>
              <a:gd name="adj" fmla="val 3364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2724912"/>
            <a:ext cx="10607040" cy="1845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some_function()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result is None:    # correct — the ONLY proper use of is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name1 = "Alice"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name2 = "Alice"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name1 == name2:    # always use == for string comparison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print("Same name")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Lists: Creating, Indexing &amp; Slicing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lists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1076325"/>
          </a:xfrm>
          <a:prstGeom prst="roundRect">
            <a:avLst>
              <a:gd name="adj" fmla="val 6796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747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[1, 2, 3, 4, 5]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mixed = [42, "hello", True, 3.14, None]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nested = [[1, 2], [3, 4], [5, 6]]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 &amp; slicing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1406525"/>
          </a:xfrm>
          <a:prstGeom prst="roundRect">
            <a:avLst>
              <a:gd name="adj" fmla="val 5201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993392"/>
            <a:ext cx="4892040" cy="1077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["apple", "banana", "cherry", "date"]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fruits[0]     # apple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fruits[-1]    # date  (from the end)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fruits[1:3]   # ["banana", "cherry"]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fruits[::-1]  # reversed list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66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an ordered, mutable sequence — the most versatile collection in Python. Slicing follows list[start:stop:step], and stop is always excluded.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Modifying Lists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2636520"/>
          </a:xfrm>
          <a:prstGeom prst="roundRect">
            <a:avLst>
              <a:gd name="adj" fmla="val 2775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581912"/>
            <a:ext cx="10607040" cy="230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 = ["red", "green", "blue"]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colors[1] = "yellow"        # assign by index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colors.append("purple")     # add to end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colors.insert(1, "orange")  # insert at position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colors.remove("yellow")     # remove by value (first match)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popped = colors.pop()       # remove &amp; return last item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colors.extend(["pink"])     # merge in another iterable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[5, 2, 8, 1]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numbers.sort()              # in place: [1, 2, 5, 8]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sorted_copy = sorted(numbers)  # new list — original list unaffected here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Useful List Methods &amp; Functions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2834640"/>
          </a:xfrm>
          <a:prstGeom prst="roundRect">
            <a:avLst>
              <a:gd name="adj" fmla="val 2581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581912"/>
            <a:ext cx="1060704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 = [3, 1, 4, 1, 5, 9, 2, 6, 5, 3]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len(items)          # 10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sum(items)          # 39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min(items)          # 1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max(items)          # 9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items.count(1)      # 2  (occurrences of 1)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items.index(9)      # 5  (first index of 9)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in items          # True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items.reverse()     # reverses in place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= items.copy() # shallow copy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items.clear()       # removes all items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Tuples: Creating &amp; Accessing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tuples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1596390"/>
          </a:xfrm>
          <a:prstGeom prst="roundRect">
            <a:avLst>
              <a:gd name="adj" fmla="val 4582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1267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 = (42,)     # trailing comma required!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= (3, 7)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= (255, 128, 0)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coordinates = 10, 20   # parens optional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print(type(coordinates))  # &lt;class 'tuple'&gt;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Accessing (just like lists)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1282700"/>
          </a:xfrm>
          <a:prstGeom prst="roundRect">
            <a:avLst>
              <a:gd name="adj" fmla="val 5703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993392"/>
            <a:ext cx="4892040" cy="953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 = (255, 128, 0)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rgb[0]      # 255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rgb[-1]     # 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rgb[1:]     # (128, 0)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337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tuple is an ordered, immutable sequence — once created, its elements cannot be changed. The trailing comma is what makes a single-element tuple, not the parentheses.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 Unpacking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3247390"/>
          </a:xfrm>
          <a:prstGeom prst="roundRect">
            <a:avLst>
              <a:gd name="adj" fmla="val 2253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2918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point = (3, 7)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point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print(x, y)   # 3 7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Extended unpacking with *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first, *rest = (1, 2, 3, 4, 5)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print(first)   # 1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print(rest)    # [2, 3, 4, 5]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Swapping variables — no temp variable needed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 = 10, 20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a, b = b, a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print(a, b)   # 20 10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Tuples vs. Lists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C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97280" y="17556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fixed and should not change: coordinates, RGB values, function return values, dictionary keys.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34924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C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46520" y="1828800"/>
            <a:ext cx="146304" cy="146304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720840" y="17556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2860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needs to grow, shrink, or change: items processed one by one, a queue, a stack.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Sets: Creating &amp; Set Operations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sets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empty_set = set()   # NOT {} — that's a dict!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{1, 2, 3, 3, 2, 1}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print(numbers)   # {1, 2, 3} — duplicates gone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math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1365250"/>
          </a:xfrm>
          <a:prstGeom prst="roundRect">
            <a:avLst>
              <a:gd name="adj" fmla="val 5358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993392"/>
            <a:ext cx="4892040" cy="10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{1,2,3,4,5}; b = {4,5,6,7,8}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| b   # union: {1,2,3,4,5,6,7,8}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&amp; b   # intersection: {4, 5}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- b   # difference: {1, 2, 3}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^ b   # symmetric diff: {1,2,3,6,7,8}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20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is an unordered collection of unique elements — no duplicates, no guaranteed order.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Modifying Sets &amp; Why Use Them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Modifying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1406525"/>
          </a:xfrm>
          <a:prstGeom prst="roundRect">
            <a:avLst>
              <a:gd name="adj" fmla="val 5201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1077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 = {"python", "testing", "git"}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tags.add("automation")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tags.discard("git")     # no error if absent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tags.remove("testing")  # KeyError if absent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"python" in tags   # True — O(1) membership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sets?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172200" y="1828800"/>
            <a:ext cx="5349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Deduplication: convert a list to a set and back.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testing: O(1) instant, vs O(n) for a list.</a:t>
            </a:r>
            <a:endParaRPr lang="en-US" sz="12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math: finding common elements between collections.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11064240" cy="853440"/>
          </a:xfrm>
          <a:prstGeom prst="roundRect">
            <a:avLst>
              <a:gd name="adj" fmla="val 8571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77240" y="3730752"/>
            <a:ext cx="10607040" cy="524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= [3, 1, 4, 1, 5, 9, 2, 6, 5, 3]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 = list(set(raw))  # order not guaranteed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Dictionaries: Properties &amp; Creating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insertion (guaranteed since Python 3.7).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Mutable — add, update, and delete pairs after creation.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must be hashable (strings, numbers, tuples of hashables) — lists and dicts cannot be keys.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can be any object.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3136392"/>
            <a:ext cx="106070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{"name": "Jasdhir", "grade": 90, "enrolled": True}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pairs = dict([("a", 1), ("b", 2)])       # from tuples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 = dict(name="Alice", age=30)      # from kwargs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school = {"address": {"city": "Reston", "state": "VA"}}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print(school["address"]["city"])   # Reston  — chain []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Accessing Dict Values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vs. .get()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1406525"/>
          </a:xfrm>
          <a:prstGeom prst="roundRect">
            <a:avLst>
              <a:gd name="adj" fmla="val 5201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1077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student["name"]              # Jasdhir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student["email"]          # KeyError!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student.get("email")         # None — no error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student.get("email", "N/A")  # N/A — your default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nested access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1406525"/>
          </a:xfrm>
          <a:prstGeom prst="roundRect">
            <a:avLst>
              <a:gd name="adj" fmla="val 5201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993392"/>
            <a:ext cx="4892040" cy="1077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"grade" in student: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print(student["grade"])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 = school.get("address", {}) \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.get("city", "Unknown")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`[]` access is clean but risky; `.get()` is the safer default when a key might be missing.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Adding, Modifying &amp; Removing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/ update / merge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1026795"/>
          </a:xfrm>
          <a:prstGeom prst="roundRect">
            <a:avLst>
              <a:gd name="adj" fmla="val 7124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697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student["cohort"] = "QEA-Aug-2026"  # add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student["grade"] = 95                # update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student.update({"role": "trainee"})  # merge in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1183640"/>
          </a:xfrm>
          <a:prstGeom prst="roundRect">
            <a:avLst>
              <a:gd name="adj" fmla="val 6180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993392"/>
            <a:ext cx="4892040" cy="854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student["cohort"]        # KeyError if missing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= student.pop("grade") # remove &amp; return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student.pop("email", None)   # safe, no error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student.clear()              # remove everything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Iterating Over Dictionaries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2520950"/>
          </a:xfrm>
          <a:prstGeom prst="roundRect">
            <a:avLst>
              <a:gd name="adj" fmla="val 2902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219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 = {"host": "localhost", "port": 5432, "debug": False}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key in config:                   # keys (default)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print(key)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value in config.values():        # values only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print(value)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key, value in config.items():    # the most common pattern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print(f"{key}: {value}")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always follows insertion order (Python 3.7+). `.items()` is the pattern you'll use constantly.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setdefault() — Building Dicts Dynamically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2520950"/>
          </a:xfrm>
          <a:prstGeom prst="roundRect">
            <a:avLst>
              <a:gd name="adj" fmla="val 2902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10607040" cy="219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["apple", "banana", "avocado", "blueberry", "cherry"]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by_letter = {}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word in words: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letter = word[0]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If 'letter' isn't a key yet, insert it with [] first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by_letter.setdefault(letter, []).append(word)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print(by_letter)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{'a': ['apple', 'avocado'], 'b': ['banana', 'blueberry'], 'c': ['cherry']}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`setdefault(key, default)` returns the existing value, or inserts and returns the default — perfect for building a dict of lists in one line.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Use Cases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733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Parsing API responses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55448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response["data"]["username"] — nested JSON-like structures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27249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Counting word frequencies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6060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word_count[w] = word_count.get(w, 0) + 1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77240" y="37764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Lookup tables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36576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long if/elif chains: http_codes.get(code, "Unknown")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collections.deque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efficient as a stack (append/pop at the end), but inserting or removing from the front is slow — it requires shifting every element. deque supports fast O(1) operations at both ends.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64240" cy="2314575"/>
          </a:xfrm>
          <a:prstGeom prst="roundRect">
            <a:avLst>
              <a:gd name="adj" fmla="val 3160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77240" y="2313432"/>
            <a:ext cx="10607040" cy="1985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collections import deque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 = deque([1, 2, 3])   # from an iterable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 = deque(maxlen=5)    # bounded — oldest drops when full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queue.append(4)       # add to right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queue.appendleft(0)   # add to left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= queue.pop()      # remove from right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= queue.popleft()   # remove from left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deque as a Queue (FIFO) &amp; Stack (LIFO)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Queue — First In, First Out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1728470"/>
          </a:xfrm>
          <a:prstGeom prst="roundRect">
            <a:avLst>
              <a:gd name="adj" fmla="val 4232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1399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task_queue = deque()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task_queue.append("task_1")   # enqueue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task_queue.append("task_2")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task_queue: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 = task_queue.popleft()  # dequeue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print(f"Processing: {task}")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— Last In, First Out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1728470"/>
          </a:xfrm>
          <a:prstGeom prst="roundRect">
            <a:avLst>
              <a:gd name="adj" fmla="val 4232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993392"/>
            <a:ext cx="4892040" cy="1399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 = deque()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history.append("page_1")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history.append("page_2")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history.append("page_3")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print(history.pop())   # page_3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print(history.pop())   # page_2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77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Queue: add to the back, remove from the front. Stack: add and remove from the same end.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Iterators vs. Iterables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Iterable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object that can produce items one at a time. Implements __iter__(), which returns an iterator. Lists, tuples, strings, sets, dicts, ranges, files — all iterable.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46304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8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46520" y="16916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Iterator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1945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its current position and returns the next item via next(). Implements both __iter__() and __next__().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next() and for Loops Really Work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00" cy="1844040"/>
          </a:xfrm>
          <a:prstGeom prst="roundRect">
            <a:avLst>
              <a:gd name="adj" fmla="val 3967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627632"/>
            <a:ext cx="5029200" cy="1514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fruits = ["apple", "banana", "cherry"]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= iter(fruits)     # calls fruits.__iter__()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next(it)   # apple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next(it)   # banana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next(it)   # cherry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next(it)   # StopIteration — exhausted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463040"/>
            <a:ext cx="5303520" cy="2377440"/>
          </a:xfrm>
          <a:prstGeom prst="roundRect">
            <a:avLst>
              <a:gd name="adj" fmla="val 2308"/>
            </a:avLst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537960" y="160020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for loop does this automatically: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= iter(fruits)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True: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fruit = next(it)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except StopIteration: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One-Use Iterators &amp; range()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Iterators are one-use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1447800"/>
          </a:xfrm>
          <a:prstGeom prst="roundRect">
            <a:avLst>
              <a:gd name="adj" fmla="val 5053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1118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= [1, 2, 3]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= iter(numbers)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list(it)   # [1, 2, 3]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list(it)   # []  — already exhausted!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range() is iterable, not a list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1076325"/>
          </a:xfrm>
          <a:prstGeom prst="roundRect">
            <a:avLst>
              <a:gd name="adj" fmla="val 6796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993392"/>
            <a:ext cx="4892040" cy="747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= range(5)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print(type(r))   # &lt;class 'range'&gt;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print(list(r))   # [0, 1, 2, 3, 4]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3832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is iterable but NOT an iterator — looping over it twice creates two fresh iterators. An iterator, once exhausted, is done for good.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Comprehensions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+ filtered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1447800"/>
          </a:xfrm>
          <a:prstGeom prst="roundRect">
            <a:avLst>
              <a:gd name="adj" fmla="val 5053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1118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squares = [x**2 for x in range(10)]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even_squares = [x**2 for x in range(10)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if x % 2 == 0]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[0, 4, 16, 36, 64]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equivalent loop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1282700"/>
          </a:xfrm>
          <a:prstGeom prst="roundRect">
            <a:avLst>
              <a:gd name="adj" fmla="val 5703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993392"/>
            <a:ext cx="4892040" cy="953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even_squares = []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range(10):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x % 2 == 0: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even_squares.append(x**2)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66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comprehension isn't just shorter — the intent (“build a list of even squares”) is stated directly, not reconstructed from four lines.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&amp; Dict Comprehensions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Flatten a 2D list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1026795"/>
          </a:xfrm>
          <a:prstGeom prst="roundRect">
            <a:avLst>
              <a:gd name="adj" fmla="val 7124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697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 = [[1,2,3], [4,5,6], [7,8,9]]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flat = [n for row in matrix for n in row]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[1, 2, 3, 4, 5, 6, 7, 8, 9]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 comprehension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1348740"/>
          </a:xfrm>
          <a:prstGeom prst="roundRect">
            <a:avLst>
              <a:gd name="adj" fmla="val 5424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993392"/>
            <a:ext cx="4892040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 = ["alice", "bob", "charlie"]</a:t>
            </a:r>
            <a:endParaRPr lang="en-US" sz="10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{name: len(name) for name in names}</a:t>
            </a:r>
            <a:endParaRPr lang="en-US" sz="10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{'alice': 5, 'bob': 3, 'charlie': 7}</a:t>
            </a:r>
            <a:endParaRPr lang="en-US" sz="1080" dirty="0"/>
          </a:p>
          <a:p>
            <a:pPr marL="0" indent="0">
              <a:lnSpc>
                <a:spcPct val="115000"/>
              </a:lnSpc>
              <a:buNone/>
            </a:pPr>
            <a:endParaRPr lang="en-US" sz="108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{v: k for k, v in original.items()}  # invert</a:t>
            </a:r>
            <a:endParaRPr lang="en-US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5661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nested comprehension left to right: "for each row in matrix, for each num in row, include num."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· CONTINUED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Comprehensions &amp; Generator Expressions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4864" cy="292608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1323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comprehension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77240" y="1993392"/>
            <a:ext cx="48920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["apple", "banana", "apricot"]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{word[0] for word in words}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{'a', 'b'}  — unique first letters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4864" cy="292608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336792" y="1389888"/>
            <a:ext cx="5230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5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 — lazy, () not []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349240" cy="1002030"/>
          </a:xfrm>
          <a:prstGeom prst="roundRect">
            <a:avLst>
              <a:gd name="adj" fmla="val 7300"/>
            </a:avLst>
          </a:prstGeom>
          <a:solidFill>
            <a:srgbClr val="123536"/>
          </a:solidFill>
          <a:ln w="12700">
            <a:solidFill>
              <a:srgbClr val="1235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0" y="1993392"/>
            <a:ext cx="4892040" cy="672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squares_gen = (x**2 for x in range(10**6))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next(squares_gen)   # 0</a:t>
            </a:r>
            <a:endParaRPr lang="en-US" sz="11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FE8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sum(x**2 for x in range(1000))  # 332833500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375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22960" y="34747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</a:rPr>
              <a:t>ANTI-SPOILER NOTE   </a:t>
            </a:r>
            <a:r>
              <a:rPr lang="en-US" sz="1300" i="1" dirty="0">
                <a:solidFill>
                  <a:srgbClr val="FFFFFF"/>
                </a:solidFill>
              </a:rPr>
              <a:t>A generator computes items on demand instead of building the whole collection in memory. We'll cover generators in depth on Friday.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235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1645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64240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325880"/>
            <a:ext cx="3474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casting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325880"/>
            <a:ext cx="7086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int(), float(), str(), bool() convert between types; == not is for values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901952"/>
            <a:ext cx="3474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1901952"/>
            <a:ext cx="7086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mutable; indexing, slicing, append/pop/sort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478024"/>
            <a:ext cx="11064240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77240" y="2478024"/>
            <a:ext cx="3474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Tuple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2478024"/>
            <a:ext cx="7086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Ordered, immutable; fixed data and unpacking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054096"/>
            <a:ext cx="3474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3054096"/>
            <a:ext cx="7086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Unordered unique elements; O(1) membership; union/intersection/difference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30168"/>
            <a:ext cx="11064240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77240" y="3630168"/>
            <a:ext cx="3474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3630168"/>
            <a:ext cx="7086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Key-value pairs; [] or .get(); iterate with .items()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206240"/>
            <a:ext cx="3474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deque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4206240"/>
            <a:ext cx="7086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appends/pops at both ends — queues and stacks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782312"/>
            <a:ext cx="11064240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77240" y="4782312"/>
            <a:ext cx="3474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Iterable vs. Iterator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343400" y="4782312"/>
            <a:ext cx="7086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items / tracks position and yields via next()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358384"/>
            <a:ext cx="3474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Comprehensions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343400" y="5358384"/>
            <a:ext cx="70866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list/dict/set building from iterables, with filtering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235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27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Resources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1600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Official Docs — Data Structures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99339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E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reference for lists, tuples, sets, and dicts.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60120" y="28346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Official Docs — collections module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2278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E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documentation for deque and other specialized types.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128016" cy="128016"/>
          </a:xfrm>
          <a:prstGeom prst="ellipse">
            <a:avLst/>
          </a:prstGeom>
          <a:solidFill>
            <a:srgbClr val="2EC4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60120" y="40690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Python — List Comprehensions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462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EC2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deep, example-driven guide to comprehensions.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4150</Words>
  <Application>Microsoft Office PowerPoint</Application>
  <PresentationFormat>Widescreen</PresentationFormat>
  <Paragraphs>504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Jasdhir Singh</cp:lastModifiedBy>
  <cp:revision>3</cp:revision>
  <dcterms:created xsi:type="dcterms:W3CDTF">2026-09-14T20:06:22Z</dcterms:created>
  <dcterms:modified xsi:type="dcterms:W3CDTF">2026-10-14T17:39:49Z</dcterms:modified>
</cp:coreProperties>
</file>