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92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today's tools as the shape of professional Python code: pytest fixtures, Flask routes, and Django views are all decorators.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objectives: logging infrastructure, one small tool (lambda), the classic functional trio plus zip, generators revisited, and decorators as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payoffs anchor otherwise abstract tools — students already know they'll need pytest fixtures and marks, which are decorators.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logger only emits messages at or above its configured level — if set to WARNING, DEBUG and INFO are silently discarded. This filtering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basicConfig is the one-time setup call. Calling it more than once, or after other logging calls, has no effect on the root logger's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__name__ automatically becomes the module's dotted path, so log output naturally shows which module emitted each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handlers let one basicConfig call write to both a file and the console simultaneously. logger.exception() is the one-liner for 'log this error with its full traceback.'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lambda is an expression, not a statement — that's why it can be passed inline as an argument, unlike a def which needs its own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sort(key=...) pattern is the single most common real-world use of lambda — a one-line 'what to sort by'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map() can take a lambda, a named function, or even an unbound method like str.upper directly — all three are equally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keeps items where the predicate is True — think of it as the functional cousin of a list comprehension's if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an honest comparison, not an endorsement — students should recognize both styles since they'll see map/filter chains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accumulator step by step — this is the concept people find least intuitive on first exposure, so walk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zip(*paired) unzip trick reuses the same function with the * unpacking operator — a nice illustration of zip's symmetry.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zip silently truncates to the shortest input — use itertools.zip_longest when you need every item from every iterable, padded with a fill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memory numbers (80 MB vs 120 bytes) are worth dwelling on — that's the entire value proposition of generators in one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generator is exactly an iterator — next() advances it one step, and once exhausted it can't be restarted, same rule as Thursday's iterator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you can pass a generator expression directly into sum()/any()/all() without extra parentheses — Python recognizes the single-argument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Decorators are the payoff for two concepts covered earlier this week: functions-as-objects and closures — call that connection out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@shout syntax is pure sugar for greet = shout(greet) — the decorator replaces greet with wrapper, which calls the original and transforms its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timer decorator is a classic real-world use case — measuring performance without touching a single line inside the timed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 of the whole deck — logging plus decorators combine into a single reusable piece of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gotcha that trips people up in debugging — a decorated function's __name__ silently becomes 'wrapper' unless you remember functools.wraps.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 application order is the detail people get wrong first — log_call wraps the raw function, then timer wraps the already-logged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mirroring the written reading's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logging HOWTO, functools docs, and Real Python's decorators 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15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2148840"/>
            <a:ext cx="2011680" cy="777240"/>
          </a:xfrm>
          <a:prstGeom prst="roundRect">
            <a:avLst>
              <a:gd name="adj" fmla="val 49412"/>
            </a:avLst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2148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@decorator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2926080"/>
            <a:ext cx="0" cy="457200"/>
          </a:xfrm>
          <a:prstGeom prst="line">
            <a:avLst/>
          </a:prstGeom>
          <a:noFill/>
          <a:ln w="25400">
            <a:solidFill>
              <a:srgbClr val="4F8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4F8A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func()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488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Tools, Logging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Decorators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703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professional Python: structured logging, declarative data transforms, and reusable behavior via decorators.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20624" cy="42062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Python's logging module with levels, handlers, and formatters.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420624" cy="42062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77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lambda functions for short anonymous operations.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91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map(), filter(), reduce(), and zip() to transform collections.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06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generator expression and a list comprehension.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420624" cy="42062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20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apply decorators to add reusable behavior to functions.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are the building blocks of professional Python code: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E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46304" cy="14630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fragile print() debugging with a structured, configurable system that works in production.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E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146304" cy="14630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/ filter / reduce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express data transformations declaratively.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E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146304" cy="146304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9536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test frameworks you'll use throughout this program — pytest fixtures and marks, Flask routes, Django views.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print()? The Five Logging Levels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always writes to stdout, with no way to filter by severity, redirect output, or turn it off without deleting calls. logging solves all of this.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5720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057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information useful only during development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that things are working as expected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unexpected happened, but the program continues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3886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problem; the program could not perform a function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4343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serious error; the program may be unable to continue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Configuration with basicConfig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level=logging.DEBUG,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format="%(asctime)s — %(levelname)s — %(name)s — %(message)s",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logging.debug("This is a debug message")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logging.info("Application started")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logging.warning("Disk space below 10 percent")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basicConfig configures the root logger. Call it once, at the top of your main script, before any other logging calls.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Loggers per Module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projects, each module creates its own logger using __name__ — this lets you filter log output by module.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93852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myapp/database.py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49240" cy="1596390"/>
          </a:xfrm>
          <a:prstGeom prst="roundRect">
            <a:avLst>
              <a:gd name="adj" fmla="val 458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542032"/>
            <a:ext cx="4892040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= logging.getLogger(__name__)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logger name: "myapp.database"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connect(url):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logger.info(f"Connecting to {url}")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36792" y="193852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myapp/api.py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5349240" cy="1596390"/>
          </a:xfrm>
          <a:prstGeom prst="roundRect">
            <a:avLst>
              <a:gd name="adj" fmla="val 458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0" y="2542032"/>
            <a:ext cx="4892040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= logging.getLogger(__name__)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logger name: "myapp.api"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fetch_user(user_id):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logger.debug(f"Fetching user {user_id}")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to a File &amp; Logging Exceptions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handlers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786255"/>
          </a:xfrm>
          <a:prstGeom prst="roundRect">
            <a:avLst>
              <a:gd name="adj" fmla="val 4095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45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handlers=[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logging.FileHandler("app.log"),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logging.StreamHandler(),  # also to console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logger.exception()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596390"/>
          </a:xfrm>
          <a:prstGeom prst="roundRect">
            <a:avLst>
              <a:gd name="adj" fmla="val 458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open(path) as f: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int(f.read().strip())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logger.exception(f"Failed to parse: {path}")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logger.exception() inside an except block logs the message AND the full traceback automatically.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Functions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anonymous function defined with lambda. Takes any number of arguments but contains only a single expression, whose value is automatically returned.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6510">
            <a:solidFill>
              <a:srgbClr val="4F8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parameters: expression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304495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= lambda x: x * 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print(double(5))   # 10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= lambda a, b: a + b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print(add(3, 4))   # 7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 = lambda: "Hello!"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print(greet())     # Hello!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Lambdas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[("Alice", 92), ("Bob", 78), ("Charlie", 85)]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students.sort(key=lambda s: s[1])   # sort by score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[('Bob', 78), ('Charlie', 85), ('Alice', 92)]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["Charlie Brown", "Alice Smith", "Bob Jones"]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names.sort(key=lambda name: name.split()[-1])  # by last 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['Bob Jones', 'Alice Smith', 'Charlie Brown']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most useful as short, throwaway functions passed as arguments (like a sort key). If the logic is complex, define a proper def function instead.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map(function, iterable) applies a function to every item and returns a lazy map object — wrap in list() to see all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2314575"/>
          </a:xfrm>
          <a:prstGeom prst="roundRect">
            <a:avLst>
              <a:gd name="adj" fmla="val 3160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176272"/>
            <a:ext cx="10607040" cy="198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list(map(lambda x: x ** 2, numbers))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   # [1, 4, 9, 16, 25]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Applying to strings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["hello", "world", "python"]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upper_words = list(map(str.upper, words))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print(upper_words)   # ['HELLO', 'WORLD', 'PYTHON']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filter()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filter(function, iterable) returns a lazy iterator of only those items for which the function returns True.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5, 6, 7, 8, 9, 10]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list(filter(lambda x: x % 2 == 0, numbers))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print(evens)   # [2, 4, 6, 8, 10]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["cat", "elephant", "ox", "rhinoceros", "ant"]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long_words = list(filter(lambda w: len(w) &gt; 4, words))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print(long_words)   # ['elephant', 'rhinoceros']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map() and filter()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style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596390"/>
          </a:xfrm>
          <a:prstGeom prst="roundRect">
            <a:avLst>
              <a:gd name="adj" fmla="val 458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range(1, 21)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list(map(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x**2,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filter(lambda x: x % 2 == 0, numbers)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[4, 16, 36, 64, 100, ...]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 (often clearer)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406525"/>
          </a:xfrm>
          <a:prstGeom prst="roundRect">
            <a:avLst>
              <a:gd name="adj" fmla="val 5201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7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x**2 for x in range(1, 21)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% 2 == 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result, arguably more readable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identical results — many Python developers prefer the comprehension for exactly this kind of transform-and-filter.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reduce()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309360" cy="2108200"/>
          </a:xfrm>
          <a:prstGeom prst="roundRect">
            <a:avLst>
              <a:gd name="adj" fmla="val 3470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585216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reduce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reduce(lambda acc, x: acc + x, numbers)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   # 15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reduce(lambda acc, x: acc * x, numbers)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print(product)   # 120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4572000" cy="2377440"/>
          </a:xfrm>
          <a:prstGeom prst="roundRect">
            <a:avLst>
              <a:gd name="adj" fmla="val 2308"/>
            </a:avLst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60920" y="1627632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 trace of the sum: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acc=1, x=2 → 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acc=3, x=3 → 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acc=6, x=4 → 10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acc=10, x=5 → 15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reduce() collapses an iterable to one value by applying a two-argument function cumulatively. Less common than map/filter since sum(), max(), min() cover most cases directly.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zip()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zip(*iterables) pairs up items from multiple iterables into tuples. It stops when the shortest iterable is exhausted.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["Alice", "Bob", "Charlie"]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[92, 78, 85]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paired = list(zip(names, scores))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print(paired)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[('Alice', 92), ('Bob', 78), ('Charlie', 85)]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Unzipping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names_back, scores_back = zip(*paired)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print(list(names_back))   # ['Alice', 'Bob', 'Charlie']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zip() with Different-Length Iterables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530350"/>
          </a:xfrm>
          <a:prstGeom prst="roundRect">
            <a:avLst>
              <a:gd name="adj" fmla="val 4780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20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3, 4, 5]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["a", "b", "c"]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print(list(zip(a, b)))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[(1, 'a'), (2, 'b'), (3, 'c')]  — stops at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3055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26771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itertools import zip_longest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list(zip_longest(a, b, fillvalue=None))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[(1,'a'), (2,'b'), (3,'c'), (4,None), (5,None)]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Expressions Are Lazy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expression computes items one at a time, only when requested — lazy evaluation. It uses almost no memory, no matter how many items it would produce.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530350"/>
          </a:xfrm>
          <a:prstGeom prst="roundRect">
            <a:avLst>
              <a:gd name="adj" fmla="val 4780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10607040" cy="120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comprehension — builds everything immediately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squares_list = [x**2 for x in range(10_000_000)]   # ~80 MB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Generator expression — stores almost nothing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squares_gen = (x**2 for x in range(10_000_000))    # ~120 bytes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Consuming a Generator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933700"/>
          </a:xfrm>
          <a:prstGeom prst="roundRect">
            <a:avLst>
              <a:gd name="adj" fmla="val 2494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60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(x**2 for x in range(5))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 # 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 # 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 # 4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gen:  # consumes the remaining items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 # StopIteration — exhausted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Generators &amp; Choosing Generators vs. Lists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101090"/>
          </a:xfrm>
          <a:prstGeom prst="roundRect">
            <a:avLst>
              <a:gd name="adj" fmla="val 6644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77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sum(x**2 for x in range(1000))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any_negative = any(x &lt; 0 for x in [1, -2, 3])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all_positive = all(x &gt; 0 for x in [1, 2, 3])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DE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list when...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items by index, iterate multiple times, or need len().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DE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generator when...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83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process items once, the dataset is large, or you're passing directly to sum()/any()/all()/a for loop.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Decorators: The Concept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is a function that wraps another function to add behavior before and/or after it runs, without changing the wrapped function's source code. Applied with @ syntax.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3963E"/>
                </a:solidFill>
              </a:rPr>
              <a:t>Before you write decorators, remember two things you already know:</a:t>
            </a:r>
            <a:endParaRPr lang="en-US" sz="135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Functions are first-class objects (you can pass them around) — and closures (a nested function can access variables from its enclosing scope).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Decorator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309360" cy="2727325"/>
          </a:xfrm>
          <a:prstGeom prst="roundRect">
            <a:avLst>
              <a:gd name="adj" fmla="val 2682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5852160" cy="239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shout(func):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func(*args, **kwargs)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result.upper()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@shout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print(greet("world"))   # HELLO, WORLD!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60920" y="1627632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@shout above def greet is exactly equivalent to: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 = shout(greet)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Timing Decorator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230880"/>
          </a:xfrm>
          <a:prstGeom prst="roundRect">
            <a:avLst>
              <a:gd name="adj" fmla="val 2264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90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timer(func):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 = time.perf_counter()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func(*args, **kwargs)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 = time.perf_counter()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print(f"{func.__name__} completed in {end - start:.4f}s")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slow_sum(n):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sum(range(n))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Logging Decorator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735580"/>
          </a:xfrm>
          <a:prstGeom prst="roundRect">
            <a:avLst>
              <a:gd name="adj" fmla="val 2674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40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log_call(func):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@functools.wraps(func)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logger.debug(f"Calling {func.__name__} args={args}")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func(*args, **kwargs)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logger.debug(f"{func.__name__} returned {result!r}")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result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logger.exception(f"{func.__name__} raised {e}")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357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ties Part 1 (logging) and Part 6 (decorators) together — a single decorator gives every wrapped function automatic entry/exit/error logging.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functools.wraps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simple_decorator(func):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func(*args, **kwargs)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@simple_decorator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my_function():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"""This does something important."""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print(my_function.__name__)   # wrapper  — wrong!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print(my_function.__doc__)    # None     — lost!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@functools.wraps(func), the wrapped function loses its name and docstring. With it, __name__, __doc__, and other metadata are copied from the original. Always use it in production decorators.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Decorators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2075180"/>
          </a:xfrm>
          <a:prstGeom prst="roundRect">
            <a:avLst>
              <a:gd name="adj" fmla="val 3525"/>
            </a:avLst>
          </a:prstGeom>
          <a:solidFill>
            <a:srgbClr val="241C15"/>
          </a:solidFill>
          <a:ln w="12700">
            <a:solidFill>
              <a:srgbClr val="24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74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@log_call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expensive_operation(n):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sum(range(n))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to: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expensive_operation = timer(log_call(expensive_operation))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668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decorators apply bottom-up: the closest decorator to the function wraps first, then the next one wraps that result.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17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1732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(DEBUG→CRITICAL); basicConfig once; getLogger(__name__) per module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7568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single-expression function; best as a short sort/transform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734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/ filter / reduce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3405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/ select / collapse to one value; all return lazy iterators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924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zip()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39242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iterables into tuples; stops at the shortest unless zip_longest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40507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expression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05079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Lazy, memory-efficient; one-pass consumption via next() or for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70916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function to add behavior; use @functools.wraps to preserve metadata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4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5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Logging HOWTO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comprehensive guide to the logging module.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functools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reduce, wraps, and more.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E3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Python Decorators 101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thorough, example-driven decorators guide.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3245</Words>
  <Application>Microsoft Office PowerPoint</Application>
  <PresentationFormat>Widescreen</PresentationFormat>
  <Paragraphs>403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2</cp:revision>
  <dcterms:created xsi:type="dcterms:W3CDTF">2026-09-14T20:19:31Z</dcterms:created>
  <dcterms:modified xsi:type="dcterms:W3CDTF">2026-09-28T14:21:49Z</dcterms:modified>
</cp:coreProperties>
</file>