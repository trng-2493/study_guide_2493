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035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NumPy as the foundation everything else in the data science stack sits on top of — Pandas, SciPy, scikit-learn, TensorFlow all build on ndarray.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objectives — the richest single reading yet, spanning creation, typing, reshaping, vectorization, broadcasting, indexing, conditional selection, and aggregation.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explicitly the capstone reading of the week — land hard on the fact that every prior day's topic feeds into how NumPy operates internally.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directly back to Tuesday's pip reading and Wednesday's requirements.txt reading — install, alias, and pin the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single-type constraint is the through-line for the whole reading — every speed and memory benefit traces back to this one design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0.812s vs 0.017s benchmark makes the abstract speed claim concrete and memorable — roughly 48x faster in this specific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shape, dtype, and ndim are the three properties students will check on every new array — make sure all three land clearly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reference slide students will return to constantly — zeros/ones/full for placeholders, eye for identity matrices, arange/linspace for sequences, random for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dtype table is a reference; the code beneath it shows the explicit-dtype override, which is the one syntax detail worth memorizing.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truncation gotcha as Python's int() — float-to-int conversion always truncates toward zero, never rounds.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-1 auto-dimension trick shows up constantly in ML preprocessing code — worth flagging even though full ML context is out of scope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reshape(), which returns a view when possible, flatten() always returns a copy — worth noting for anyone optimizing memory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Vectorization is the payoff for the single-dtype constraint from Part 1 — every arithmetic operator becomes an implicit, compiled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Broadcasting is one of NumPy's most powerful and most confusing features at first — the row-add example is the clearest entry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real-world broadcasting pattern: mean(axis=0) reduces to shape (3,), then data - col_means broadcasts that back across every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Reassuring slide — 1D indexing is identical to the list slicing covered on Wednesday, nothing new to learn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[row, column] comma syntax is the one new thing here — everything else is the same slicing rules extended to two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Boolean indexing is arguably the single most useful NumPy technique for a QE — filtering results by a condition, no loop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direct QE-relevant payoff for boolean indexing: scanning thousands of test durations for outliers with zero explicit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np.where is the vectorized equivalent of a ternary expression applied across an entire array — both examples (labeling and capping) are worth walking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comprehensive reference of the summary statistics students will use constantly — argmin/argmax (returning the index, not the value) is the one that trips people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axis=0/axis=1 confusion is universal on first exposure — the mnemonic 'axis=0 collapses rows, leaving one value per column' can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recap mirroring the written reading's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students to the official quickstart, array creation reference, and Real Python's NumPy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91A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2194560"/>
            <a:ext cx="448056" cy="448056"/>
          </a:xfrm>
          <a:prstGeom prst="rect">
            <a:avLst/>
          </a:prstGeom>
          <a:solidFill>
            <a:srgbClr val="18344C"/>
          </a:solidFill>
          <a:ln w="9525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17320" y="2194560"/>
            <a:ext cx="448056" cy="448056"/>
          </a:xfrm>
          <a:prstGeom prst="rect">
            <a:avLst/>
          </a:prstGeom>
          <a:solidFill>
            <a:srgbClr val="18344C"/>
          </a:solidFill>
          <a:ln w="9525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20240" y="2194560"/>
            <a:ext cx="448056" cy="448056"/>
          </a:xfrm>
          <a:prstGeom prst="rect">
            <a:avLst/>
          </a:prstGeom>
          <a:solidFill>
            <a:srgbClr val="18344C"/>
          </a:solidFill>
          <a:ln w="9525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697480"/>
            <a:ext cx="448056" cy="448056"/>
          </a:xfrm>
          <a:prstGeom prst="rect">
            <a:avLst/>
          </a:prstGeom>
          <a:solidFill>
            <a:srgbClr val="18344C"/>
          </a:solidFill>
          <a:ln w="9525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17320" y="2697480"/>
            <a:ext cx="448056" cy="448056"/>
          </a:xfrm>
          <a:prstGeom prst="rect">
            <a:avLst/>
          </a:prstGeom>
          <a:solidFill>
            <a:srgbClr val="F4B942"/>
          </a:solidFill>
          <a:ln w="9525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20240" y="2697480"/>
            <a:ext cx="448056" cy="448056"/>
          </a:xfrm>
          <a:prstGeom prst="rect">
            <a:avLst/>
          </a:prstGeom>
          <a:solidFill>
            <a:srgbClr val="18344C"/>
          </a:solidFill>
          <a:ln w="9525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448056" cy="448056"/>
          </a:xfrm>
          <a:prstGeom prst="rect">
            <a:avLst/>
          </a:prstGeom>
          <a:solidFill>
            <a:srgbClr val="18344C"/>
          </a:solidFill>
          <a:ln w="9525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17320" y="3200400"/>
            <a:ext cx="448056" cy="448056"/>
          </a:xfrm>
          <a:prstGeom prst="rect">
            <a:avLst/>
          </a:prstGeom>
          <a:solidFill>
            <a:srgbClr val="18344C"/>
          </a:solidFill>
          <a:ln w="9525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20240" y="3200400"/>
            <a:ext cx="448056" cy="448056"/>
          </a:xfrm>
          <a:prstGeom prst="rect">
            <a:avLst/>
          </a:prstGeom>
          <a:solidFill>
            <a:srgbClr val="18344C"/>
          </a:solidFill>
          <a:ln w="9525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ndarray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1488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Arrays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2461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3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numerical backbone of the Python data science ecosystem — vectorized, memory-efficient, and 20–100× faster than plain lists.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ORIENTED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34416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NumPy is and why it's faster than plain Python lists.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365760" cy="365760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7685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NumPy arrays using multiple factory functions.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20954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ndarray type system and control it with dtype and astype().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15384"/>
            <a:ext cx="365760" cy="365760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414223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and flatten arrays using reshape() and flatten().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365760" cy="365760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0749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element-wise arithmetic and understand vectorization.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1417320"/>
            <a:ext cx="365760" cy="365760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3550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30568" y="134416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broadcasting rules to operate on arrays of different shapes.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2350008"/>
            <a:ext cx="365760" cy="365760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35508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30568" y="227685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and slice 1D and 2D arrays using integer and boolean indexing.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3282696"/>
            <a:ext cx="365760" cy="365760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35508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30568" y="320954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np.where() to apply conditional logic without a loop.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55080" y="4215384"/>
            <a:ext cx="365760" cy="365760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355080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830568" y="414223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aggregate statistics with NumPy's built-in functions.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is the numerical backbone of the entire Python data science ecosystem. Pandas, SciPy, scikit-learn, and TensorFlow are all built on top of it.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QEA engineer, you'll regularly work with arrays of test durations, failure counts, performance metrics, and score distributions. NumPy analyzes thousands of data points in milliseconds without writing a single for-loop.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numpy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import NumPy with the community-standard alias np — you'll see this in every NumPy resource, tutorial, and doc page.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3227832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 to your requirements file: `pip freeze &gt; requirements.txt`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NumPy?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(Numerical Python) provides the ndarray — an N-dimensional array of elements that are all the same data type. First released in 2006; the foundation of scientific Python.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E8"/>
                </a:solidFill>
              </a:rPr>
              <a:t>The core constraint:   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Python list, which can hold any mix of types, every element in a NumPy array must be the same type.</a:t>
            </a:r>
            <a:endParaRPr lang="en-US" sz="1500" dirty="0"/>
          </a:p>
          <a:p>
            <a:pPr marL="0" indent="0">
              <a:buNone/>
            </a:pPr>
            <a:r>
              <a:rPr lang="en-US" sz="1400" i="1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constraint is exactly what makes NumPy so fast.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NumPy Is Faster Than Python Lists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list is a collection of pointers to arbitrary objects, each carrying type info and reference counts.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NumPy array stores raw data as a contiguous block of memory, all the same type, with no per-element overhead.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run in pre-compiled C code that processes many elements simultaneously.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1064240" cy="1530350"/>
          </a:xfrm>
          <a:prstGeom prst="roundRect">
            <a:avLst>
              <a:gd name="adj" fmla="val 4780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3044952"/>
            <a:ext cx="10607040" cy="1201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python_list = list(range(10_000_000))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[x * 2 for x in python_list]   # List: 0.812s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numpy_array = np.arange(10_000_000)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numpy_array * 2                # NumPy: 0.017s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4787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is typically 20–100× faster for numerical work — and the gap grows with data size.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Arrays from a Python List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array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447800"/>
          </a:xfrm>
          <a:prstGeom prst="roundRect">
            <a:avLst>
              <a:gd name="adj" fmla="val 5053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1118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2, 3, 4, 5])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       # [1 2 3 4 5]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print(a.dtype)    # int64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print(a.shape)    # (5,)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print(a.ndim)     #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array (matrix)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249680"/>
          </a:xfrm>
          <a:prstGeom prst="roundRect">
            <a:avLst>
              <a:gd name="adj" fmla="val 5854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np.array([[1, 2, 3],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[4, 5, 6]])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print(m.shape)   # (2, 3)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print(m.ndim)    # 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 Functions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rarely construct large arrays by hand — NumPy provides factory functions for common patterns.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901825"/>
          </a:xfrm>
          <a:prstGeom prst="roundRect">
            <a:avLst>
              <a:gd name="adj" fmla="val 3846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993392"/>
            <a:ext cx="10607040" cy="15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 = np.zeros(5)              # [0. 0. 0. 0. 0.]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ones  = np.ones((2, 3))          # 2x3 matrix of 1.0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 = np.full((3, 3), 7)       # 3x3 matrix of 7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eye   = np.eye(3)                # 3x3 identity matrix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   = np.arange(0, 10, 2)      # [0 2 4 6 8]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   = np.linspace(0, 1, 5)     # [0. 0.25 0.5 0.75 1.]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  = np.random.rand(3, 3)     # 3x3 random floats in [0,1)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dtype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NumPy array has a single dtype describing the type of every element. NumPy infers it, but you can specify explicitly.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dtype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1920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9244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Values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 / int64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377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or 64-bit integer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2377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-5, 1000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8580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float32 / float64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834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or 64-bit float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3.14, -0.001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3291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True, False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580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complex128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3749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3749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1+2j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str_ / object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61188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or arbitrary object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4206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"hello"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777240" y="4873752"/>
            <a:ext cx="10607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np.array([1, 2, 3], dtype=np.float32)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print(d.dtype)   # float32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print(d)         # [1. 2. 3.]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 with astype()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1901825"/>
          </a:xfrm>
          <a:prstGeom prst="roundRect">
            <a:avLst>
              <a:gd name="adj" fmla="val 3846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15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2, 3], dtype=np.float32)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a.astype(np.float64)   # upgrade precision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print(b.dtype)   # float64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np.array([1.9, 2.7, 3.1])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c.astype(np.int64)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print(d)   # [1 2 3]  — truncated, not rounded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astype() creates a new array — the original is not modified. Machine learning libraries often require float32; reading a CSV can give object dtype for numeric columns with missing values, which astype() fixes.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reshape() — Changing Shape Without Changing Data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520950"/>
          </a:xfrm>
          <a:prstGeom prst="roundRect">
            <a:avLst>
              <a:gd name="adj" fmla="val 2902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19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np.arange(12)    # [ 0  1  2  3  4  5  6  7  8  9 10 11]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a.reshape(3, 4)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[[ 0  1  2  3]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[ 4  5  6  7]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[ 8  9 10 11]]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col_vector = a.reshape(-1, 1)   # shape: (12, 1)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row_vector = a.reshape(1, -1)   # shape: (1, 12)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elements must stay the same. -1 lets NumPy calculate a dimension automatically — common when preparing data matrices for machine learning.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flatten() — Collapse to 1D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612900"/>
          </a:xfrm>
          <a:prstGeom prst="roundRect">
            <a:avLst>
              <a:gd name="adj" fmla="val 4535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719072"/>
            <a:ext cx="10607040" cy="1283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np.array([[1, 2, 3],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[4, 5, 6]])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= m.flatten()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print(flat)         # [1 2 3 4 5 6]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print(flat.shape)   # (6,)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045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flatten() returns a new 1D copy of the array, regardless of its original shape.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Element-Wise Operations (Vectorization)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1901825"/>
          </a:xfrm>
          <a:prstGeom prst="roundRect">
            <a:avLst>
              <a:gd name="adj" fmla="val 3846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15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2, 3, 4, 5])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np.array([10, 20, 30, 40, 50])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+ b)       # [11 22 33 44 55]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* b)       # [10 40 90 160 250]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* 2)       # [ 2  4  6  8 10]  — scalar broadcast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print(np.sqrt(a))  # [1.    1.414 1.732 2.    2.236]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apply to every element automatically — no explicit loop. np.sqrt() and np.log() are universal functions (ufuncs) that work the same way.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is NumPy's rule for operating on arrays of different shapes. The smaller array is conceptually “stretched” to match the larger one, without copying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1959610"/>
          </a:xfrm>
          <a:prstGeom prst="roundRect">
            <a:avLst>
              <a:gd name="adj" fmla="val 3733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2176272"/>
            <a:ext cx="10607040" cy="163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= np.array([[1, 2, 3], [4, 5, 6], [7, 8, 9]])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= np.array([10, 20, 30])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matrix + row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[[11 22 33]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[14 25 36]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[17 28 39]]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has shape (3,); matrix has shape (3, 3). NumPy stretches row across all three rows automatically.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Broadcasting Example: Normalizing Data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108200"/>
          </a:xfrm>
          <a:prstGeom prst="roundRect">
            <a:avLst>
              <a:gd name="adj" fmla="val 3470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1779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np.array([[10, 200, 3], [20, 400, 6], [30, 600, 9]])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col_means = data.mean(axis=0)     # [20. 400. 6.]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normalized = data - col_means     # subtract from every row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[[-10. -200.  -3.]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  0.    0.   0.]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[ 10.  200.   3.]]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Subtracting the column mean from each column — a real normalization step you'll use constantly when preparing data for analysis.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1D Arrays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959610"/>
          </a:xfrm>
          <a:prstGeom prst="roundRect">
            <a:avLst>
              <a:gd name="adj" fmla="val 3733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719072"/>
            <a:ext cx="10607040" cy="163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np.array([10, 20, 30, 40, 50])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print(a[0])       # 10   — first element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print(a[-1])      # 50   — last element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print(a[1:4])     # [20 30 40]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print(a[::2])     # [10 30 50]  — every second element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print(a[::-1])    # [50 40 30 20 10]  — reversed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works like Python lists, with the same slicing power you learned on Wednesday.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2D Arrays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901825"/>
          </a:xfrm>
          <a:prstGeom prst="roundRect">
            <a:avLst>
              <a:gd name="adj" fmla="val 3846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719072"/>
            <a:ext cx="10607040" cy="15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np.array([[1, 2, 3], [4, 5, 6], [7, 8, 9]])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print(m[0, 0])    # 1    — row 0, column 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print(m[1, 2])    # 6    — row 1, column 2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print(m[:, 1])    # [2 5 8]   — all rows, column 1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print(m[0, :])    # [1 2 3]   — row 0, all columns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print(m[1:, 1:])  # [[5 6], [8 9]]   — bottom-right block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2D arrays, provide two indices separated by a comma: [row, column].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Indexing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108200"/>
          </a:xfrm>
          <a:prstGeom prst="roundRect">
            <a:avLst>
              <a:gd name="adj" fmla="val 3470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1779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np.array([15, 3, 42, 8, 27, 6, 33])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a &gt; 10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print(mask)     # [ True False  True False  True False  True]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print(a[mask])  # [15 42 27 33]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Inline, and combining conditions with &amp; / |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print(a[(a &gt; 5) &amp; (a &lt; 30)])   # [15 8 27 6]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practical tools in NumPy — filter using a condition that produces a boolean mask. Parentheses are required around each condition.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Use: Flagging Slow Tests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1612900"/>
          </a:xfrm>
          <a:prstGeom prst="roundRect">
            <a:avLst>
              <a:gd name="adj" fmla="val 4535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810512"/>
            <a:ext cx="10607040" cy="1283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durations_ms = np.array([120, 3200, 6500, 450, 8900, 2100, 70])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Flag any test that ran longer than 5 seconds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 = durations_ms[durations_ms &gt; 5000]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print(slow)    # [6500 8900]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959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10,000 test execution times in milliseconds — this one line finds every test that exceeded a threshold, instantly.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np.where() — Conditional Selection Without a Loop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108200"/>
          </a:xfrm>
          <a:prstGeom prst="roundRect">
            <a:avLst>
              <a:gd name="adj" fmla="val 3470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1779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np.array([45, 72, 88, 60, 91, 55])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np.where(scores &gt;= 70, "pass", "fail")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print(labels)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['fail' 'pass' 'pass' 'fail' 'pass' 'fail']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capped = np.where(scores &gt; 90, 90, scores)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print(capped)   # [45 72 88 60 90 55]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np.where(condition, value_if_true, value_if_false) is equivalent to a for-loop with if/else inside — but runs in compiled C code on the entire array at once.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Functions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636520"/>
          </a:xfrm>
          <a:prstGeom prst="roundRect">
            <a:avLst>
              <a:gd name="adj" fmla="val 2775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30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np.array([4, 7, 2, 9, 1, 5, 8, 3, 6])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np.sum(a)      # 45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np.mean(a)     # 5.0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np.median(a)   # 5.0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np.std(a)      # 2.581...  — standard deviation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np.min(a)      # 1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np.max(a)      # 9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np.argmin(a)   # 4  — index of the minimum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np.argmax(a)   # 3  — index of the maximum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np.sort(a)     # [1 2 3 4 5 6 7 8 9]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Axis-wise Aggregation (2D)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1571625"/>
          </a:xfrm>
          <a:prstGeom prst="roundRect">
            <a:avLst>
              <a:gd name="adj" fmla="val 4655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810512"/>
            <a:ext cx="10607040" cy="124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np.array([[1, 2, 3], [4, 5, 6], [7, 8, 9]])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np.sum(m, axis=0)    # [12 15 18]  — sum of each column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np.sum(m, axis=1)    # [ 6 15 24]  — sum of each row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np.mean(m, axis=0)   # [4. 5. 6.]  — mean of each column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747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axis=0 aggregates down columns; axis=1 aggregates across rows. This is the single most confusing detail in NumPy for newcomers — draw the matrix and trace it by hand at least once.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ndarray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2801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memory-efficient array where every element shares one dtype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8288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20–100× faster than lists — contiguous memory, compiled C operations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2377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377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np.array(), np.zeros(), np.arange(), np.linspace(), np.random.rand()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26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dtype / astype()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926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array has a type; astype() converts, returning a new array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1064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reshape() / flatten()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4747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shape (same element count) / collapse to 1D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023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Vectorization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0233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applies to every element with no explicit loop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77240" y="4572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5720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on different shapes by stretching the smaller array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120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indexing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51206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a[a &gt; 10] filters by condition; np.where() for conditional assignment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77240" y="5669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6692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mean, median, std, min, max, argmin, argmax, sort — with axis=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91A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Resources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28016" cy="128016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600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Official Docs — Quickstart Tutorial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9933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D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getting-started guide.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28016" cy="128016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60120" y="2834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Official Docs — Array Creation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27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D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factory function in one reference.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128016" cy="128016"/>
          </a:xfrm>
          <a:prstGeom prst="ellipse">
            <a:avLst/>
          </a:prstGeom>
          <a:solidFill>
            <a:srgbClr val="00A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60120" y="4069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Python — NumPy Tutorial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462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D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steps into data science in Python.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3190</Words>
  <Application>Microsoft Office PowerPoint</Application>
  <PresentationFormat>Widescreen</PresentationFormat>
  <Paragraphs>327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Jasdhir Singh</cp:lastModifiedBy>
  <cp:revision>2</cp:revision>
  <dcterms:created xsi:type="dcterms:W3CDTF">2026-09-14T20:26:52Z</dcterms:created>
  <dcterms:modified xsi:type="dcterms:W3CDTF">2026-09-28T14:25:49Z</dcterms:modified>
</cp:coreProperties>
</file>