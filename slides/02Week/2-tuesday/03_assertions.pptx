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Declare what must be true, catch broken assumptions early, and see the foundation of automated checking.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assert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86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44394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AssertionError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732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3900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python -O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677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33539" y="3520439"/>
            <a:ext cx="225742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assert vs raise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240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48164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mini test runner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an assertion is and what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statement does.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assertions with and without a custom failure message.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what happens when an assertion fails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read the traceback.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the difference between assertions and exceptions, and choose correctly between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assertions can be disabled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-O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why they must never be used for input validation or security.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Avoid pitfalls such as asserting on a tuple (always true) and side effects inside an assertion.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assertions for preconditions, postconditions, invariants, and lightweight self-checking tests.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Connect assert-based checking to test automation: "compare actual vs expected".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Everything in testing boils down to one sentence: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402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330066"/>
                </a:solidFill>
                <a:latin typeface="Arial"/>
              </a:rPr>
              <a:t>"I expected X; did I actually get X?"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01752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login page, an API response or a SQL query: you state an expectation and compare it with reality. When they differ, you have found something worth reporting. The Python statement that expresses this in its simplest form is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The Entry Point to Automated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This week's QE Foundations toolkit: data loaders, validators and, later, tests.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Lets you embed "this must be true" statements directly in your code and scripts.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2953512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Stops a program immediately and loudly when a hidden assumption is false, instead of letting bad data silently corrupt later steps.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56692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640074"/>
            <a:ext cx="10423245" cy="245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Is the same idea test frameworks use (</a:t>
            </a:r>
            <a:r>
              <a:rPr sz="1450" b="0" i="0" dirty="0" err="1">
                <a:solidFill>
                  <a:srgbClr val="330066"/>
                </a:solidFill>
                <a:latin typeface="Courier New"/>
              </a:rPr>
              <a:t>pytest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builds on plain </a:t>
            </a:r>
            <a:r>
              <a:rPr sz="1450" b="0" i="0" dirty="0">
                <a:solidFill>
                  <a:srgbClr val="330066"/>
                </a:solidFill>
                <a:latin typeface="Courier New"/>
              </a:rPr>
              <a:t>assert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 </a:t>
            </a:r>
            <a:endParaRPr sz="1500" b="0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assert, messages, -O, assert vs raise, patterns,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an Assertion?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 statement that declares: "At this point in the program, this condition must be true."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True: nothing happens and the program continues. False: Python raises an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(unless handled) the program stops.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429000"/>
            <a:ext cx="10971885" cy="1097280"/>
          </a:xfrm>
          <a:prstGeom prst="roundRect">
            <a:avLst>
              <a:gd name="adj" fmla="val 7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3566160"/>
            <a:ext cx="10514685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pilot's pre-flight checklist. "Fuel level above minimum?" If yes, continue. If not, stop everything: something is fundamentally wrong, and it would be dangerous to proceed on the assumption that it is fine.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Basic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condition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condition, "optional message"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59607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first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33927"/>
            <a:ext cx="585216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80231"/>
            <a:ext cx="544982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total_tests = 10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passed_tests = 8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passed_tests &lt;= total_tests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print("Counts look sane")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776215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5050535"/>
            <a:ext cx="585216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5196839"/>
            <a:ext cx="544982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Counts look sane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1. Python evaluates the expression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passed_tests &lt;= total_tests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2. Truthy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or any value Python considers true): execution continues.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3. Falsy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an empty list or string, ...): Python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When the Condition Is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total_tests = 10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passed_tests = 12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passed_tests &lt;= total_tests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print("This line is never reached")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996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874007"/>
            <a:ext cx="640080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20312"/>
            <a:ext cx="599846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File "example.py", line 4, in &lt;module&gt;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assert passed_tests &lt;= total_tests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AssertionError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never reached.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bare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no message tells you where, but not why.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That leads to the next feature.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Adding a Failure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part after the comma is the message that goes inside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1435607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1142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passed_tests = 12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total_tests = 10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assert passed_tests &lt;= total_tests, (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f"passed ({passed_tests}) cannot exceed total ({total_tests})"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114799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389119"/>
            <a:ext cx="10971885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535423"/>
            <a:ext cx="10569549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File "example.py", line 4, in &lt;module&gt;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passed_tests &lt;= total_tests, (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AssertionError: passed (12) cannot exceed total (10)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Makes a Good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516380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Message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Usefulness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(none)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You must open the code to find out what failed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"bad value"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Slightly better, but which value?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"expected status 200 but got 500 for /login"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Immediately actionable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3520439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good message states what was expected and what was found.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message is only evaluated if the assertion fails, so building it with an f-string has no performance cost on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Equivalent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assert condition, message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roughly equivalent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if __debug__: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    if not condition: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        raise AssertionError(message)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1188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built-in constant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__debug__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in a normal run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when Python is started in optimised mode. This brings us to the most important property of assertions.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Assertions Can Be Turned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-O flag removes all assert statements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script.py        # asserts are active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-O script.py     # asserts are skipped completely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1388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demo_O.py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88207"/>
            <a:ext cx="58521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34512"/>
            <a:ext cx="54498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print("__debug__ is", __debug__)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1 == 2, "this should fail"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print("Reached the end")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Not a bug: a deliberate feature.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Assertions are developer aids for finding programming mistakes, which production code can skip for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Try It: With and Without -O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21792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815583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$ python demo_O.py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__debug__ is True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File "demo_O.py", line 2, in &lt;module&gt;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assert 1 == 2, "this should fail"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AssertionError: this should fail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$ python -O demo_O.py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__debug__ is False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Reached the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10704" y="1783080"/>
            <a:ext cx="4571085" cy="2377440"/>
          </a:xfrm>
          <a:prstGeom prst="roundRect">
            <a:avLst>
              <a:gd name="adj" fmla="val 3461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304" y="1920240"/>
            <a:ext cx="4113885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CRUCIAL CONSEQUENCE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Never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validate user input, external data, file contents, or anything related to security. If asserts are disabled, those checks vanish and the bad data walks straight through. For those jobs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plus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Assertions vs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 · WHICH ONE DO I USE?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842257"/>
        </p:xfrm>
        <a:graphic>
          <a:graphicData uri="http://schemas.openxmlformats.org/drawingml/2006/table">
            <a:tbl>
              <a:tblPr/>
              <a:tblGrid>
                <a:gridCol w="2633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9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Assertion (assert)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Exception (raise)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What does a failure mean?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bug in our own code (a broken assumption)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problem in the outside world (bad input, missing file, network failure)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Who is at fault?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programmer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user, the data, or the 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Should it be handled by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except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Normally no: the program is in an unexpected state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Yes: often handled and recovered from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Can it be disabled?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Yes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-O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No, always active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Internal sanity checks, invariants, quick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Validating input, reporting expected failures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Rules of Thumb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Can legitimately happen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 file might be missing; a user might type "abc": use an exception.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1174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48318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Impossible if the code is correct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Use an assertion.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4040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76981"/>
            <a:ext cx="10423245" cy="791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removal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If removing the check would let bad external data into your program, it is validation. Use an exception.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average(numbers):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    # VALIDATION of what the caller gives us -&gt; exception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not numbers: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ValueError("cannot average an empty list")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total = sum(numbers)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result = total / len(numbers)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    # INTERNAL SANITY CHECK of our own logic -&gt; assertion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assert min(numbers) &lt;= result &lt;= max(numbers), "average out of range: logic error"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Empty list: a caller mistake that can happen at any time,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After computing, the average must lie between min and max. If not, our code is wrong, so assert.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Preconditions and Postconditions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 · WHERE ASSERTIONS ARE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Precondition: must hold when a (internal) function starts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_percentage(part, whole):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whole &gt; 0, "whole must be positive (caller bug)"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part / whole *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04387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Postcondition: must hold when it finishes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378707"/>
            <a:ext cx="10971885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25011"/>
            <a:ext cx="10569549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normalise(scores):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total = sum(scores)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result = [s / total for s in scores]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abs(sum(result) - 1.0) &lt; 1e-9, "normalised scores must add up to 1"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5184648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5321808"/>
            <a:ext cx="105146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WHY ABS(...) &lt; 1E-9?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Floating-point arithmetic is slightly inexact, so compare with a tolerance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abs(...) &lt; 1e-9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instead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For example,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0.1 + 0.2 == 0.3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Python.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Good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Quick self-checks: a smoke test at the bottom of a utility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120640" cy="1732788"/>
          </a:xfrm>
          <a:prstGeom prst="roundRect">
            <a:avLst>
              <a:gd name="adj" fmla="val 422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718303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def is_even(n):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return n % 2 == 0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is_even(4)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not is_even(7)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is_even(0)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print("is_even passed all checks")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Invariants: facts that must stay true throughout a process, e.g. passed + failed + skipped equals the total.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Documentation that executes: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assert isinstance(rows, list)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tells the next reader what you assumed and fails loudly if it breaks.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Debugging aid: add assertions to confirm hypotheses while hunting a bug (systematic debugging: Wednesday).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Assertions Do NOT Belong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1. Validating user input or file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BAD: disappears under python -O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assert age &gt;= 0, "age must be non-negative"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GOOD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if age &lt; 0: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raise ValueError("age must be non-negative")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3016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2. Checks with side effects: the expression vanishes under -O, so any action in it vanishes too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04487"/>
            <a:ext cx="10971885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50791"/>
            <a:ext cx="1056954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BAD: the pop() is skipped under python -O, changing program behaviour!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assert queue.pop() == "first"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GOOD: do the action, then assert on the result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item = queue.pop()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assert item == "first"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504688"/>
            <a:ext cx="109718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3. Handling expected runtime errors (files, network, database):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  4. Security checks, such as "is the user an administrator?": never.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Pitfall 1: Asserting on a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 · 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Parentheses around both condition and message make a tuple, and a non-empty tuple is always truthy.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Always passes!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(1 == 2, "this message never appears")   # always passes!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185159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Correct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459479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3605783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1 == 2, "this message appears"           #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429768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Python warns: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SyntaxWarning: assertion is always true, perhaps remove parentheses?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Parentheses around the message only (to wrap a long line, as in Part 3) are fine.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Pitfall 2: Comparing Floats with 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Tolerance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assert 0.1 + 0.2 == 0.3                         # AssertionError!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assert abs((0.1 + 0.2) - 0.3) &lt; 1e-9            #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900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math.isclose(a, 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64408"/>
            <a:ext cx="10971885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410712"/>
            <a:ext cx="1056954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math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assert math.isclose(0.1 + 0.2, 0.3)             # passes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Pitfalls 3 to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3. Vague or missing message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say what was expected and what was found.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4. Catching AssertionError to "keep going"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Occasionally acceptable in a test runner (that is what test frameworks do), but in ordinary code a failed assertion means "stop and fix the bug".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5. Too many assertions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Asserting every trivial thing clutters the code. Assert the important assumptions and the non-obvious invariants.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Practical Patterns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 · WRITING BETTER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Membership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704088"/>
          </a:xfrm>
          <a:prstGeom prst="roundRect">
            <a:avLst>
              <a:gd name="adj" fmla="val 103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status = "pass"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status in ("pass", "fail", "skip"), f"unknown status {status!r}"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4436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18687"/>
            <a:ext cx="10971885" cy="704088"/>
          </a:xfrm>
          <a:prstGeom prst="roundRect">
            <a:avLst>
              <a:gd name="adj" fmla="val 103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64991"/>
            <a:ext cx="1056954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rows = [1, 2, 3]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isinstance(rows, list), f"expected list, got {type(rows).__name__}"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105655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Collection sizes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379975"/>
            <a:ext cx="10971885" cy="704088"/>
          </a:xfrm>
          <a:prstGeom prst="roundRect">
            <a:avLst>
              <a:gd name="adj" fmla="val 103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4526279"/>
            <a:ext cx="1056954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results = ["a", "b", "c"]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len(results) == 3, f"expected 3 results, got {len(results)}"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Practical Patterns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Several things: separate asserts point to the exact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user = {"id": 7, "name": "Ada", "active": True}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"id" in user, "user is missing 'id'"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user["id"] &gt; 0, f"id must be positive, got {user['id']}"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user["active"] is True, "user should be active"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234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Dictionaries and lists for equality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97808"/>
            <a:ext cx="1097188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944112"/>
            <a:ext cx="1056954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expected = {"status": "ok", "count": 3}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actual = {"status": "ok", "count": 3}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actual == expected, f"expected {expected} but got {actual}"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733288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Note the habit of putting actual vs expected values in the message. Test frameworks automate this; you should understand what they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Assertions: the Heart of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TESTS: RUN CODE, ASSERT ON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add(a, b):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a + b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test_add_positive_numbers():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assert add(2, 3) == 5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test_add_negative_numbers():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assert add(-2, -3) == -5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test_add_zero():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assert add(0, 7) ==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RUN THEM YOURSELF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tests = [test_add_positive_numbers, test_add_negative_numbers, test_add_zero]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for test in tests: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test()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except AssertionError as error: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print(f"FAIL {test.__name__}: {error}")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print(f"PASS {test.__name__}")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Test Framework in Miniature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PASS test_add_positive_numbers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PASS test_add_negative_numbers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PASS test_add_zero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Call each test, catch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as a failure, report.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In a test,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means "the product code is wrong"; any other exception (like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means "something unexpected broke".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Real frameworks report these differently (usually "failures" vs "errors").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Wednesday: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its assert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Real-World 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Run summaries, API checks, data integrity, and when to raise instead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1: Sanity Checks 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build_summary(results):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summary = {"pass": 0, "fail": 0, "skip": 0}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for status in results: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summary[status] += 1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    # invariant: every result is counted exactly once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assert sum(summary.values()) == len(results), (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f"counted {sum(summary.values())} results but received {len(results)}"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summary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print(build_summary(["pass", "pass", "fail", "skip", "pass"]))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Before publishing, assert the numbers are consistent. If not, your reporting code has a bug: do not publish nonsense.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Output: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{'pass': 3, 'fail': 1, 'skip': 1}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An unknown status would raise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: an exception about unexpected external data. The assertion is about our own counting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2: Checking an API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304288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response = {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"status_code": 200,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"body": {"id": 42, "name": "Laptop", "price": 999.99},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assert response["status_code"] == 200,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f"expected status 200 but got {response['status_code']}"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assert "id" in response["body"], "response body has no 'id'"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assert response["body"]["price"] &gt; 0, "price must be positive"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assert isinstance(response["body"]["name"], str), "name must be text"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print("Response checks passed")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Output: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Response checks passed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shape of most automated API checks: obtain a response, then a series of assertions about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Here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test check (the response is the thing under test), not program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load_users():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    # imagine this reads a file; here we simulate the result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[{"id": 1, "name": "Ada"}, {"id": 2, "name": "Grace"}]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users = load_users()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isinstance(users, list), "load_users() must return a list"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all("id" in u for u in users), "every user must have an 'id'"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len({u["id"] for u in users}) == len(users), "user ids must be unique"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print(f"{len(users)} users passed integrity checks")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Assert the loader's contract right after loading, so a later bug elsewhere is detected at once.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Output: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2 users passed integrity checks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all(iterable)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only if every item is truthy; the generator yields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/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per user.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{u["id"] for u in users}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a set comprehension. Sets hold no duplicates: a smaller set means duplicate 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4: Validation Needs raise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load_config_timeout(config):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timeout = config.get("timeout")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if not isinstance(timeout, int) or timeout &lt;= 0: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raise ValueError(f"timeout must be a positive integer, got {timeout!r}")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timeout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154680"/>
            <a:ext cx="1097188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config comes from outside the program (a file someone edited), so wrong values are expected sometimes. That is validation, and it must work even under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python -O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use an exception, not an assertion.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Putting It All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assert_demo.py: validation, sanity checks and a mini test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assert_demo.py: pass_rate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assert_demo.py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172968"/>
          </a:xfrm>
          <a:prstGeom prst="roundRect">
            <a:avLst>
              <a:gd name="adj" fmla="val 2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"""assert_demo.py - Validation with exceptions, sanity checks with assertions."""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pass_rate(passed, total):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"""Return the pass percentage rounded to 1 decimal place."""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    # Validation of external input -&gt; exceptions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if not isinstance(passed, int) or not isinstance(total, int):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TypeError("passed and total must be integers")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if total &lt;= 0: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ValueError("total must be positive")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if not 0 &lt;= passed &lt;= total: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ValueError("passed must be between 0 and total")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rate = round(passed / total * 100, 1)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    # Internal sanity check of our own logic -&gt; assertion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assert 0.0 &lt;= rate &lt;= 100.0, f"rate {rate} escaped 0..100 (logic error)"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rate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Validation with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raise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Types and ranges: the caller's problem, always active.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Sanity check with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assert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result must lie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0..100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if our maths were wrong, it reveals it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assert_demo.py: The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assert_demo.py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172968"/>
          </a:xfrm>
          <a:prstGeom prst="roundRect">
            <a:avLst>
              <a:gd name="adj" fmla="val 2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test_all_pass():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assert pass_rate(10, 10) == 100.0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test_none_pass():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assert pass_rate(0, 10) == 0.0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test_partial():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assert pass_rate(1, 3) == 33.3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test_deliberately_wrong():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assert pass_rate(1, 4) == 30.0, "expected 30.0 (this check is wrong on purpose)"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test_invalid_input_raises():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pass_rate(5, 0)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except ValueError: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return                      # the error we wanted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raise AssertionError("expected ValueError for total=0")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Tiny checks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test_...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functions are built on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1244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Deliberately wrong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Expects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30.0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true result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25.0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: seeing FAIL proves your checks can catch problems. A test that can never fail is worthless.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40786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4115244"/>
            <a:ext cx="2833725" cy="1244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Checking that it raises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Call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return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on the expected exception, otherwise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raise AssertionError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(frameworks have a neater tool: Wednesday).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assert_demo.py: Runner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680960" cy="2045207"/>
          </a:xfrm>
          <a:prstGeom prst="roundRect">
            <a:avLst>
              <a:gd name="adj" fmla="val 35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278624" cy="1752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test in (test_all_pass, test_none_pass, test_partial,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 test_deliberately_wrong, test_invalid_input_raises):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test()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AssertionError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print(f"FAIL  {test.__name__}: {error}")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Exception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print(f"ERROR {test.__name__}: {type(error).__name__}: {error}")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print(f"PASS  {test.__name__}")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28548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559808"/>
            <a:ext cx="768096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706112"/>
            <a:ext cx="727862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PASS  test_all_pass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PASS  test_none_pass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PASS  test_partial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FAIL  test_deliberately_wrong: expected 30.0 (this check is wrong on purpose)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PASS  test_invalid_input_raises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6624" y="1783080"/>
            <a:ext cx="29251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FAIL, the code under test misbehaved.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Any other exception: ERROR, something unexpected broke.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Exercises 1 and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 1: Which lines raise AssertionError?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527048"/>
          </a:xfrm>
          <a:prstGeom prst="roundRect">
            <a:avLst>
              <a:gd name="adj" fmla="val 479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5 &gt; 3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[]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"hello"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0.1 + 0.2 == 0.3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(False, "msg")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None is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6732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 2: Add messages showing expected and actual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041648"/>
            <a:ext cx="10971885" cy="909827"/>
          </a:xfrm>
          <a:prstGeom prst="roundRect">
            <a:avLst>
              <a:gd name="adj" fmla="val 8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187952"/>
            <a:ext cx="10569549" cy="617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len(items) == 5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response_code == 200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name.startswith("Mr")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Exercise 3: Assertion or Exception?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For each situation, which tool would you use, and why?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 function receives a filename typed by a user.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After sorting a list, you want to confirm each item is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&lt;=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the next one.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50215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 CSV file's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price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column contains a negative number.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97763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05079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 helper (only called by your own code) requires that its argument is not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Exercises 4 to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 4: Fix the code. What is wrong with each?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(x &gt; 0, "x must be positive")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user_input.isdigit(), "please enter digits only"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assert open("data.txt").read() != ""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6118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648456"/>
            <a:ext cx="10423245" cy="74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Write your own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is_sorted(values)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if the list is ascending. Write at least five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checks, including an empty and a one-item list.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4932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529836"/>
            <a:ext cx="10423245" cy="74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Invariant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split_even_odd(numbers)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(evens, odds)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Assert no number was lost or duplicated, and that all numbers in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evens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are even.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91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Raises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30066"/>
                </a:solidFill>
                <a:latin typeface="Courier New"/>
              </a:rPr>
              <a:t>assert []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(an empty list is falsy) and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assert 0.1 + 0.2 == 0.3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(floating-point inexactness).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5780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94381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Does not raise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30066"/>
                </a:solidFill>
                <a:latin typeface="Courier New"/>
              </a:rPr>
              <a:t>assert (False, "msg")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: a non-empty tuple is truthy (Python gives a SyntaxWarning).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864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23043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rest pass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30066"/>
                </a:solidFill>
                <a:latin typeface="Courier New"/>
              </a:rPr>
              <a:t>assert 5 &gt; 3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assert "hello"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assert None is None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len(items) == 5, f"expected 5 items, got {len(items)}"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response_code == 200, f"expected 200, got {response_code}"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assert name.startswith("Mr"), f"expected name starting with 'Mr', got {name!r}"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37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0512"/>
            <a:ext cx="4846320" cy="664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Exception: user input is external and the check must always run (e.g.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handling or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1193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85085"/>
            <a:ext cx="4846320" cy="45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Assertion: an internal postcondition about your own sorting logic.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801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53283"/>
            <a:ext cx="4846320" cy="664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Exception: file data is external and a negative price can legitimately occur; raise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a custom validation error.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854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A3.4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927856"/>
            <a:ext cx="4846320" cy="664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Assertion is acceptable: it documents a rule about internal callers (an exception is also fine if the helper is public).</a:t>
            </a:r>
          </a:p>
        </p:txBody>
      </p:sp>
      <p:sp>
        <p:nvSpPr>
          <p:cNvPr id="12" name="Oval 11"/>
          <p:cNvSpPr/>
          <p:nvPr/>
        </p:nvSpPr>
        <p:spPr>
          <a:xfrm>
            <a:off x="6187744" y="1737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384" y="1810512"/>
            <a:ext cx="4845405" cy="45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tuple makes it always true: remove the parentheses around the pair.</a:t>
            </a:r>
          </a:p>
        </p:txBody>
      </p:sp>
      <p:sp>
        <p:nvSpPr>
          <p:cNvPr id="14" name="Oval 13"/>
          <p:cNvSpPr/>
          <p:nvPr/>
        </p:nvSpPr>
        <p:spPr>
          <a:xfrm>
            <a:off x="6187744" y="230555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A4.2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6384" y="2378710"/>
            <a:ext cx="4845405" cy="45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User input is external, so validation must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if</a:t>
            </a:r>
            <a:r>
              <a:rPr sz="1300" b="0" i="0">
                <a:solidFill>
                  <a:srgbClr val="1A1A1A"/>
                </a:solidFill>
                <a:latin typeface="Arial"/>
              </a:rPr>
              <a:t>/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asserts can be disabled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-O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6187744" y="28737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A4.3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384" y="2946907"/>
            <a:ext cx="4845405" cy="871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side effect (opening a file) disappears under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-O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and the file is left unclosed. Read it separately (with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later today), then assert on the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is_sorted(values):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all(values[i] &lt;= values[i + 1] for i in range(len(values) - 1))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is_sorted([]), "empty list is sorted"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is_sorted([5]), "single item is sorted"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is_sorted([1, 2, 2, 3]), "duplicates allowed"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not is_sorted([3, 1, 2]), "unsorted list detected"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not is_sorted([1, 3, 2]), "late disorder detected"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print("is_sorted checks passed")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split_even_odd(numbers):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evens = [n for n in numbers if n % 2 == 0]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odds = [n for n in numbers if n % 2 != 0]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assert len(evens) + len(odds) == len(numbers), "numbers were lost or duplicated"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assert all(n % 2 == 0 for n in evens), "evens contains an odd number"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evens, odds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print(split_even_odd([1, 2, 3, 4, 5, 6]))    # ([2, 4, 6], [1, 3, 5])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assert condition, message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the condition is false; when true, nothing happens.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Assertions express "this must be true here". A failure means a bug in the code (a broken assumption), not bad input.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Assertions can be disabled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never use them for validating user/file/API data, for security, or with side effects.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Exceptions for things that can legitimately go wrong in the outside world; assertions for things impossible when the code is correct.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Messages show expected and actual values. Avoid the always-true tuple form; compare floats with a tolerance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math.isclose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Tests are functions full of assertions; a runner catches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as a FAIL. Wednesday builds on this with the unit testing framework.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Language Reference, "The assert statement"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https://docs.python.org/3/reference/simple_stmts.html#the-assert-statement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Tutorial, "Errors and Exceptions"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https://docs.python.org/3/tutorial/errors.html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math.isclose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https://docs.python.org/3/library/math.html#math.isclose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5100</Words>
  <Application>Microsoft Office PowerPoint</Application>
  <PresentationFormat>Widescreen</PresentationFormat>
  <Paragraphs>623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Courier New</vt:lpstr>
      <vt:lpstr>Wingdings</vt:lpstr>
      <vt:lpstr>Learners Point</vt:lpstr>
      <vt:lpstr>Assertions</vt:lpstr>
      <vt:lpstr>Learning Objectives (1 of 2)</vt:lpstr>
      <vt:lpstr>Learning Objectives (2 of 2)</vt:lpstr>
      <vt:lpstr>Why This Matters</vt:lpstr>
      <vt:lpstr>The Entry Point to Automated Checking</vt:lpstr>
      <vt:lpstr>The Concept</vt:lpstr>
      <vt:lpstr>What Is an Assertion?</vt:lpstr>
      <vt:lpstr>Basic Syntax</vt:lpstr>
      <vt:lpstr>When the Condition Is False</vt:lpstr>
      <vt:lpstr>Adding a Failure Message</vt:lpstr>
      <vt:lpstr>What Makes a Good Message</vt:lpstr>
      <vt:lpstr>Equivalent Meaning</vt:lpstr>
      <vt:lpstr>Assertions Can Be Turned Off</vt:lpstr>
      <vt:lpstr>Try It: With and Without -O</vt:lpstr>
      <vt:lpstr>Assertions vs Exceptions</vt:lpstr>
      <vt:lpstr>Rules of Thumb</vt:lpstr>
      <vt:lpstr>Side by Side</vt:lpstr>
      <vt:lpstr>Preconditions and Postconditions</vt:lpstr>
      <vt:lpstr>More Good Uses</vt:lpstr>
      <vt:lpstr>Where Assertions Do NOT Belong</vt:lpstr>
      <vt:lpstr>Pitfall 1: Asserting on a Tuple</vt:lpstr>
      <vt:lpstr>Pitfall 2: Comparing Floats with ==</vt:lpstr>
      <vt:lpstr>Pitfalls 3 to 5</vt:lpstr>
      <vt:lpstr>Practical Patterns (1 of 2)</vt:lpstr>
      <vt:lpstr>Practical Patterns (2 of 2)</vt:lpstr>
      <vt:lpstr>Assertions: the Heart of a Test</vt:lpstr>
      <vt:lpstr>A Test Framework in Miniature</vt:lpstr>
      <vt:lpstr>Real-World QA Scenarios</vt:lpstr>
      <vt:lpstr>Scenario 1: Sanity Checks on Results</vt:lpstr>
      <vt:lpstr>Scenario 2: Checking an API Response</vt:lpstr>
      <vt:lpstr>Scenario 3: Data Integrity</vt:lpstr>
      <vt:lpstr>Scenario 4: Validation Needs raise</vt:lpstr>
      <vt:lpstr>Putting It All Together</vt:lpstr>
      <vt:lpstr>assert_demo.py: pass_rate</vt:lpstr>
      <vt:lpstr>assert_demo.py: The Tests</vt:lpstr>
      <vt:lpstr>assert_demo.py: Runner and Output</vt:lpstr>
      <vt:lpstr>Practice</vt:lpstr>
      <vt:lpstr>Exercises 1 and 2</vt:lpstr>
      <vt:lpstr>Exercise 3: Assertion or Exception?</vt:lpstr>
      <vt:lpstr>Exercises 4 to 6</vt:lpstr>
      <vt:lpstr>Answer 1</vt:lpstr>
      <vt:lpstr>Answer 2</vt:lpstr>
      <vt:lpstr>Answers 3 and 4</vt:lpstr>
      <vt:lpstr>Answers 5 and 6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2026-10-18T09:44:11Z</dcterms:modified>
</cp:coreProperties>
</file>