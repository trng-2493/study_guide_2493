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Git Merge Conflicts and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2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Understand why merges conflict, read the markers, and resolve conflicts safely, including after </a:t>
            </a:r>
            <a:r>
              <a:rPr sz="2150" b="0" i="0">
                <a:solidFill>
                  <a:srgbClr val="5A5A5A"/>
                </a:solidFill>
                <a:latin typeface="Courier New"/>
              </a:rPr>
              <a:t>git pull</a:t>
            </a:r>
            <a:r>
              <a:rPr sz="22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225742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three-way merge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5876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24529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conflict markers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9340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9169" y="3520439"/>
            <a:ext cx="249745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git merge --abort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4806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1382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git pull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6225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8834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prevention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merge is and how Git performs a three-way merge using a common ancestor.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and when merge conflicts happen, and why most merges do not produce conflicts.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the signs of a conflict in command output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CONFLICT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Automatic merge failed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in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Unmerged paths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both modified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conflict markers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&lt;&lt;&lt;&lt;&lt;&lt;&lt;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=======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&gt;&gt;&gt;&gt;&gt;&gt;&gt;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say which side is "yours" and which is "theirs".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Resolve a conflict step by step: inspect, edit, remove the markers, test,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helpful commands: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diff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diff --check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checkout --ours/--theirs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log --merge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diff3 conflict style, and merge tools.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Handle conflicts that occur on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(the Monday workflow) and know the extra points that apply during a rebase.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Resolve other conflict types (modify/delete, add/add) and treat special files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test data, JSON) with care.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habits that prevent or shrink conflicts in a team that shares a test-automation repository.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 Monday you learned the collaborative flow: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fetch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push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It works smoothly as long as people work on different things.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Real teams regularly edit the same files: a shared configuration file, a common test-data file,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 helper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383280"/>
            <a:ext cx="1097188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When two people change the same lines differently, Git cannot guess which version is right. It stops and asks a human. That moment is a merge conflict.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452628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4663440"/>
            <a:ext cx="1051468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NORMAL TEAMWORK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Not a rare event, and not a sign that someone did something wrong. On a test automation team it is especially common: many engineers add tests and edit the same shared files (configuration, fixtures, page-object or helper modules, dependency lists).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 Reasons to Learn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Fear is the main enemy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Engineers who do not know how to resolve conflicts avoid pulling, delay merging and make their changes bigger, which makes conflicts worse. Engineers who do know how resolve them in a couple of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 bad resolution is a bug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Resolving carelessly (for example keeping only your version) can silently erase a colleague's work or break the test suite. Understand both changes, then run the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Project 1 depends on 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Today's exercise includes a staged conflict to resolve, and in the weeks ahead you will collaborate on the QE Foundations project in a shared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Merging, the three-way merge, ours vs theirs, and when conflicts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Recap: Branches and Merging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 commit is a snapshot of your project plus a message and a pointer to its parent commit(s).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 branch is a movable label pointing to a commit.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Merging brings one branch's work into another: stand on the receiving branch (usually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run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merge &lt;other-branch&gt;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Fast-forward: if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has not moved since you branched, Git slides the label forward. No new commit, no possible conflict.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True (three-way) merge: if both branches have new commits, Git creates a merge commit with two parents. Conflicts can only occur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Three-Way Merge: Three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  base  (common ancestor)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 /    \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ours      theirs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(current       (branch being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branch)        merged in)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 \    /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      merged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Git finds the merge base: the most recent common ancestor commit.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It compares three versions of every file: base, ours and theirs.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Rules are applied to each region of each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Git Decides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601468"/>
        </p:xfrm>
        <a:graphic>
          <a:graphicData uri="http://schemas.openxmlformats.org/drawingml/2006/table">
            <a:tbl>
              <a:tblPr firstRow="0" bandRow="0"/>
              <a:tblGrid>
                <a:gridCol w="3291565"/>
                <a:gridCol w="3291565"/>
                <a:gridCol w="438875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Base vs ours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Base vs theirs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Git's decision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Keep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Take ours automatically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unchanged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Take theirs automatically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 identically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Take that change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6416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changed differently (same lines)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CONFLICT: a human must decide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Automatic Merges, Ours and Theirs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Most merges succeed automatically, even when both branches edited the same file, provided they edited different areas.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conflict arises only when both sides changed the same lines (or adjacent lines) in different ways, or one side changed a file the other deleted or moved.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Ours is the branch you are currently on (where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HEAD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points); theirs is the branch you are merging in.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a rebase the meaning is reversed (see the rebase part later).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When Do Conflicts Happen?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414141"/>
        </p:xfrm>
        <a:graphic>
          <a:graphicData uri="http://schemas.openxmlformats.org/drawingml/2006/table">
            <a:tbl>
              <a:tblPr firstRow="0" bandRow="0"/>
              <a:tblGrid>
                <a:gridCol w="5485942"/>
                <a:gridCol w="548594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Two people edit the same line(s)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Both change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TIMEOUT = 10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to different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edits a file, another deletes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Modify/delete conflict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Two people add a file with the same name but different content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Add/add conflict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renames or moves a file, another edits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Git often follows the rename, but not always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Both edit a generated or machine-formatted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Dependency lock files, reformatted JSON, notebooks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git pull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when you have local commits and the remote also moved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The most frequent real-life trigger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Re-formatting a whole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Touches every line, so it collides with everybody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a Conflict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Parts A and B: build a conflict between two branches and inspect the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Part A, Step 1: Repository and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Create the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mkdir merge-demo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cd merge-demo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init -b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27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Create greeting.py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01568"/>
            <a:ext cx="54864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547872"/>
            <a:ext cx="5084064" cy="792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greet(name):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"Hello, " + 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print(greet("QA"))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6695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First 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943856"/>
            <a:ext cx="548640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" y="5090160"/>
            <a:ext cx="5084064" cy="396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add greeting.py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commit -m "Add greeting"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We build a tiny repository, change the same line on two branches, and merge.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Everything was run in a real scratch repository: output is exactly what Git prints (hashes and paths will differ).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If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complains "Please tell me who you are", set your identity once with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config user.name "Your Name"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config user.email you@example.com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Part A, Step 2: Feature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Create a branch and switch to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switch -c feature/polite-greeting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Edit line 2 of greeting.py 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08406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return "Good morning, " +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78935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53255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" y="4099559"/>
            <a:ext cx="508406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commit -am "Use polite greeting"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git switch -c &lt;name&gt;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creates a branch and switches to it (older equivalent: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checkout -b &lt;name&gt;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git commit -am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stages changes to already-tracked files and commits in one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Part A, Step 3: Same Line on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Go back to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switch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1576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Edit line 2 of greeting.py on 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0087"/>
            <a:ext cx="603504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36391"/>
            <a:ext cx="56327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return "Hi there, " + name + "!"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48455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22775"/>
            <a:ext cx="603504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" y="4069079"/>
            <a:ext cx="56327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commit -am "Use friendly greeting"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4581143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history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4855463"/>
            <a:ext cx="603504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" y="5001767"/>
            <a:ext cx="563270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$ git log --oneline --graph --all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* b5f618c Use polite greeting      &lt;- feature/polite-greeting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 * 81c88ae Use friendly greeting  &lt;- main (HEAD)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|/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* 9538913 Add greeting             &lt;- the merge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Now both branches have a commit that changed line 2 differently.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Same lines, different changes, both committed: the essential recipe for a conflict.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Add greeting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commit is the merge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Part A, Step 4: Attempt the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merge feature/polite-greeting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640080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998464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Auto-merging greeting.py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CONFLICT (content): Merge conflict in greeting.py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Automatic merge failed; fix conflicts and then commit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Auto-merging greeting.py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Git tried.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CONFLICT (content)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a content conflict in that file.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Automatic merge failed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the merge is paused halfway. Nothing is lost; Git is waiting for you.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repository is now in a special "merging"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Part B: git status Is Your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Always run it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30936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070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1576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0087"/>
            <a:ext cx="6309360" cy="2045207"/>
          </a:xfrm>
          <a:prstGeom prst="roundRect">
            <a:avLst>
              <a:gd name="adj" fmla="val 35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36391"/>
            <a:ext cx="5907024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On branch main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You have unmerged paths.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(fix conflicts and run "git commit")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(use "git merge --abort" to abort the merge)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Unmerged paths: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(use "git add &lt;file&gt;..." to mark resolution)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	both modified:   greeting.py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no changes added to commit (use "git add" and/or "git commit -a")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5024" y="1783080"/>
            <a:ext cx="429676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Unmerged paths lists files needing attention;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both modified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means both sides changed it.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Files Git merged cleanly are listed separately as "Changes to be committed".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hints give the ways forward: resolve,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Compact form: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status -s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shows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UU greeting.py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(two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</a:t>
            </a:r>
            <a:r>
              <a:rPr sz="1300" b="0" i="0">
                <a:solidFill>
                  <a:srgbClr val="1A1A1A"/>
                </a:solidFill>
                <a:latin typeface="Arial"/>
              </a:rPr>
              <a:t>s = unmerged on both sides).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Conflict Markers in the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Git has written both versions into the file, wrapped in conflict markers.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def greet(name):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&lt;&lt;&lt;&lt;&lt;&lt;&lt; HEAD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return "Hi there, " + name + "!"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=======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return "Good morning, " + name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&gt;&gt;&gt;&gt;&gt;&gt;&gt; feature/polite-greeting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print(greet("QA"))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Conflict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440939"/>
        </p:xfrm>
        <a:graphic>
          <a:graphicData uri="http://schemas.openxmlformats.org/drawingml/2006/table">
            <a:tbl>
              <a:tblPr firstRow="0" bandRow="0"/>
              <a:tblGrid>
                <a:gridCol w="3291565"/>
                <a:gridCol w="768031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Marker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8583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&lt;&lt;&lt;&lt;&lt;&lt;&lt; HEAD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Start of the conflict. Everything until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=======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is the version from your current branch (ours;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HEAD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=======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Divider between the two versions.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107086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&gt;&gt;&gt;&gt;&gt;&gt;&gt; feature/polite-greeting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End of the conflict. Everything between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=======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and here is the version from the branch being merged in (theirs). The label names that branch (or a commit id when you merged a remote-tracking ref, as in the pull example later).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Ours and Theirs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Ours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HEAD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branch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return "Hi there, " + name + "!"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Theirs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feature/polite-greeting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return "Good morning, " + name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Everything outside the markers (line 1 and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line) merged cleanly and needs no action.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markers are just text inside the file. You resolve the conflict by editing until it contains exactly what you want and no marker lines remain.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end marker names the branch (or a commit id when you merged a remote-tracking ref, as in the pull example later).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Not Just Run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python greeting.py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on the conflicted file. Python cannot parse the markers: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377440"/>
            <a:ext cx="10971885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523744"/>
            <a:ext cx="1056954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File "greeting.py", line 2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&lt;&lt;&lt;&lt;&lt;&lt;&lt; HEAD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^^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IndentationError: expected an indented block after function definition on line 1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011168"/>
            <a:ext cx="10971885" cy="731520"/>
          </a:xfrm>
          <a:prstGeom prst="roundRect">
            <a:avLst>
              <a:gd name="adj" fmla="val 11249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" y="4148328"/>
            <a:ext cx="105146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syntax error right after a merge is a classic sign that a marker was left behind.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See the Three Versions (Index Stages)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Git stores the three versions in numbered stages while the conflict is unresolved. Print any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show :1:greeting.py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(base),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:2: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(ours),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:3: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(theirs).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Unmerged files in the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ls-files -u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45643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Stage 1 base, 2 ours, 3 theirs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730751"/>
            <a:ext cx="10971885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877055"/>
            <a:ext cx="10569549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100644 9bc65696ed32f95fb9d0d73890165c5ffe5006e7 1	greeting.py     &lt;- stage 1: the common ancestor (base)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100644 69db733cd0e832e67b6e9aa7dcb9730385bd29ec 2	greeting.py     &lt;- stage 2: ours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100644 137970519c1ca48d8cc30024d31d93adee391707 3	greeting.py     &lt;- stage 3: theirs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See the Combined 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1576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0087"/>
            <a:ext cx="6035040" cy="2670047"/>
          </a:xfrm>
          <a:prstGeom prst="roundRect">
            <a:avLst>
              <a:gd name="adj" fmla="val 273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36391"/>
            <a:ext cx="5632703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diff --cc greeting.py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index 69db733,1379705..0000000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--- a/greeting.py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+++ b/greeting.py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@@@ -1,4 -1,4 +1,8 @@@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def greet(name):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++&lt;&lt;&lt;&lt;&lt;&lt;&lt; HEAD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+    return "Hi there, " + name + "!"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++=======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     return "Good morning, " + 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++&gt;&gt;&gt;&gt;&gt;&gt;&gt; feature/polite-greeting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print(greet("QA"))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this "combined diff" format there are two columns before each line (one per parent).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+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the first column means the line came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HEAD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in the second, from the other branch.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Seeing the Original: diff3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Default shows only ours and theirs. Here the original was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Hello,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knowing it often makes each change's intention clear, and with it the right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Re-create the markers with the base shown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checkout --conflict=diff3 greeting.py      # re-create the markers with the base shown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or set it permanently for all repositories: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config --global merge.conflictstyle diff3   # (or "zdiff3", a tidier variant in newer Git)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82219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096511"/>
            <a:ext cx="10971885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4242816"/>
            <a:ext cx="1056954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greet(name):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&lt;&lt;&lt;&lt;&lt;&lt;&lt; ours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"Hi there, " + name + "!"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||||||| base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"Hello, " + 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=======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"Good morning, " + 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&gt;&gt;&gt;&gt;&gt;&gt;&gt; theirs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Part C: Resolve the Conflict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Decide, edit, verify, mark resolved, finish, and the three exits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Before touching the file, ask the questions that matter: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377440"/>
            <a:ext cx="10971885" cy="3767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What was each change trying to do? Read the commit messages: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git log --oneline --merge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shows only the commits involved in the conflict; add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-p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to see their diffs.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Are the two changes compatible? Could both be kept? Is one obsolete?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unsure, ask the author. A short message ("Which greeting should we use?") is far cheaper than guessing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Four Typical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207514"/>
        </p:xfrm>
        <a:graphic>
          <a:graphicData uri="http://schemas.openxmlformats.org/drawingml/2006/table">
            <a:tbl>
              <a:tblPr firstRow="0" bandRow="0"/>
              <a:tblGrid>
                <a:gridCol w="2742971"/>
                <a:gridCol w="822891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What you do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Keep ours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Delete theirs and the marker lines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Keep theirs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Delete ours and the marker lines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9395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Keep both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Combine the lines (reorder, merge into one), remove the markers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Write something new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Replace the whole block with a fresh solution that satisfies both intentions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321807"/>
            <a:ext cx="10971885" cy="731520"/>
          </a:xfrm>
          <a:prstGeom prst="roundRect">
            <a:avLst>
              <a:gd name="adj" fmla="val 11249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5458968"/>
            <a:ext cx="105146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OUR DECISION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Here we decide to combine: friendly and polite.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Before resolving,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diff --check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reports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greeting.py:2: leftover conflict marker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each marker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Edit greeting.py so the section reads (no markers at all)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792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greet(name):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"Good morning, " + name + "!"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print(greet("QA"))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06603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Check that nothing is left behind (both should print nothing)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340351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4486656"/>
            <a:ext cx="10569549" cy="396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grep -n -E '^(&lt;&lt;&lt;&lt;&lt;&lt;&lt;|=======|&gt;&gt;&gt;&gt;&gt;&gt;&gt;)' greeting.py     # should print nothing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diff --check                                        # warns about leftover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Run the Code and the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python greeting.py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5084064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Good morning, QA!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Merging is code change. Verify it.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a real project, run your whole unit test suite here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-m unittest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merge can produce code that has no markers but still does not work (for example, two correct changes that are incompatible together).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Mark It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Stage and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396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add greeting.py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9291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03447"/>
            <a:ext cx="585216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349752"/>
            <a:ext cx="5449824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On branch main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All conflicts fixed but you are still merging.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(use "git commit" to conclude merge)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Changes to be committed: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	modified:   greeting.py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here has a special meaning: "I have resolved this file."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It moves the file out of the "Unmerged paths" list.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now says "All conflicts fixed but you are still merging".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Committing Too Early Is Refused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If you try to commit before resolving and adding, Git refuses: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792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error: Committing is not possible because you have unmerged files.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hint: Fix them up in the work tree, and then use 'git add/rm &lt;file&gt;'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hint: as appropriate to mark resolution and make a commit.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fatal: Exiting because of an unresolved conflict.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Finish the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66928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26694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Then look at the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66928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26694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log --oneline --graph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78935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53255"/>
            <a:ext cx="566928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" y="4099559"/>
            <a:ext cx="5266944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*   18cda24 Merge feature/polite-greeting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|\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 * b5f618c Use polite greeting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* | 81c88ae Use friendly greeting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|/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* 9538913 Add greeting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Git opens your editor with a pre-filled message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Merge branch 'feature/polite-greeting'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 Keep it, or improve it.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good message mentions what you decided when it is not obvious.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commit -m "Merge feature/polite-greeting: combine friendly and polite greeting"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to skip the editor.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merge commit has two parents, joining the two lines of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Three Exits from a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308860"/>
        </p:xfrm>
        <a:graphic>
          <a:graphicData uri="http://schemas.openxmlformats.org/drawingml/2006/table">
            <a:tbl>
              <a:tblPr firstRow="0" bandRow="0"/>
              <a:tblGrid>
                <a:gridCol w="4388754"/>
                <a:gridCol w="658313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Command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416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Finish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Fix the files, then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add &lt;file&gt;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for each, then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commit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16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Cancel everything and return to how things were before the merge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merge --abort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6416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Take a whole file from one side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checkout --ours &lt;file&gt;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checkout --theirs &lt;file&gt;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 (then </a:t>
                      </a:r>
                      <a:r>
                        <a:rPr sz="1450" b="0" i="0">
                          <a:solidFill>
                            <a:srgbClr val="330066"/>
                          </a:solidFill>
                          <a:latin typeface="Courier New"/>
                        </a:rPr>
                        <a:t>git add &lt;file&gt;</a:t>
                      </a: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Abort, or Take One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Cancel everything: git merge --abort is your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643128"/>
          </a:xfrm>
          <a:prstGeom prst="roundRect">
            <a:avLst>
              <a:gd name="adj" fmla="val 113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35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merge --abort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status -sb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83408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57728"/>
            <a:ext cx="10971885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304032"/>
            <a:ext cx="10569549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##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808476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Take one whole file from theirs, then finish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082796"/>
            <a:ext cx="10971885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" y="4229100"/>
            <a:ext cx="10569549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checkout --theirs greeting.py     # whole file from the branch being merged in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cat greeting.py                       # now contains "Good morning, ", no markers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add greeting.py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525932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Or from 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5533644"/>
            <a:ext cx="10971885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" y="5679948"/>
            <a:ext cx="10569549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checkout --ours greeting.py       # whole file from the current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Whole-File Choices: Cautions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C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44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Abort freely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when you are unsure; you lose only the conflict-resolving work done so far, and you can start the merge again.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6644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01036"/>
            <a:ext cx="10423245" cy="744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Be careful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330066"/>
                </a:solidFill>
                <a:latin typeface="Courier New"/>
              </a:rPr>
              <a:t>--ours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/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--theirs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discards the other side's changes to the entire file, including non-conflicting improvements.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54584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582416"/>
            <a:ext cx="10423245" cy="514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Use only when sure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For example, for a generated file you will regenerate.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41970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4233608"/>
            <a:ext cx="10423245" cy="744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Modern equivalent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In recent Git versions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git restore --ours &lt;file&gt;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git restore --theirs &lt;file&gt;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do the same job,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git restore --merge &lt;file&gt;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recreates the conflict markers if you want to start over on one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Part D: Conflicts After Pull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The Monday workflow: rejected push, divergence, pull, resolve,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Scenario: Alice and Bob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BASE_URL = "https://staging.example.com"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TIMEOUT = 10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RETRIES = 3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BROWSER = "chrome"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git fetch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plus a merge by default, so conflicts show up here: the one you will meet most often at work.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Alice and Bob share a repository with a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settings.py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for test configuration.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Bob changes the timeout and retries for a slow CI server, commits, and pushes first: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TIMEOUT = 30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RETRIES = 5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Meanwhile Alice (from the same original file) changes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TIMEOUT = 20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switches to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BROWSER = "firefox"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and commits locally.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Alice Tries to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This is not a conflict yet, only Git protecting the shared branch: the histories have diverged and Git will not let you overwrite Bob's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475488"/>
          </a:xfrm>
          <a:prstGeom prst="roundRect">
            <a:avLst>
              <a:gd name="adj" fmla="val 1538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45643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Rejected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730751"/>
            <a:ext cx="10971885" cy="1572767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877055"/>
            <a:ext cx="10569549" cy="1280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To /path/to/remote.git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! [rejected]        main -&gt; main (fetch first)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error: failed to push some refs to '/path/to/remote.git'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hint: Updates were rejected because the remote contains work that you do not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hint: have locally. This is usually caused by another repository pushing to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hint: the same ref. If you want to integrate the remote changes, use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hint: 'git pull' before pushing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Diverged Histories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198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85216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449824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On branch main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Your branch and 'origin/main' have diverged,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and have 1 and 1 different commits each, respectively.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Each side has a commit the other lacks.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must integrate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Alice Pulls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Pull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03504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632703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2338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97708"/>
            <a:ext cx="603504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44012"/>
            <a:ext cx="5632703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Auto-merging settings.py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CONFLICT (content): Merge conflict in settings.py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Automatic merge failed; fix conflicts and then commit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Recent Git versions require you to say how to reconcile divergent branches.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If you see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fatal: Need to specify how to reconcile divergent branches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run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config pull.rebase false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for a merge, or pass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--no-rebase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Your instructor or team will say which style the team 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Conflicted settings.py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426207"/>
          </a:xfrm>
          <a:prstGeom prst="roundRect">
            <a:avLst>
              <a:gd name="adj" fmla="val 30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133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BASE_URL = "https://staging.example.com"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&lt;&lt;&lt;&lt;&lt;&lt;&lt; HEAD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TIMEOUT = 20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RETRIES = 3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BROWSER = "firefox"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=======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TIMEOUT = 30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RETRIES = 5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BROWSER = "chrome"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&gt;&gt;&gt;&gt;&gt;&gt;&gt; b25a0a069dde262996c7eebb2bb9de816634fea0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Everything is one big conflict block, although Alice and Bob changed different lines in places.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Git treats adjacent changed lines as a single region: it will not auto-merge when changed lines touch each other.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So you must re-assemble the file yourself, line by line.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end marker shows a commit id, because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merged the fetched remote commit rather than a named local branch.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Decide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937385"/>
        </p:xfrm>
        <a:graphic>
          <a:graphicData uri="http://schemas.openxmlformats.org/drawingml/2006/table">
            <a:tbl>
              <a:tblPr firstRow="0" bandRow="0"/>
              <a:tblGrid>
                <a:gridCol w="1536063"/>
                <a:gridCol w="1974939"/>
                <a:gridCol w="1974939"/>
                <a:gridCol w="548594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Alice (ours)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Bob (theirs)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Decision and reason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TIMEOUT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30: Bob's value is needed for the slow CI server (we confirm by messaging Bob)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918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RETRIES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5: only Bob changed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BROWSER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"firefox"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"chrome"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"firefox"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: only Alice changed it intentionally; Bob's side is just the old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Resolved File, Finish,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push now succeeds because Alice's history contains Bob's.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Resolved settings.py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76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BASE_URL = "https://staging.example.com"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TIMEOUT = 30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RETRIES = 5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BROWSER = "firefox"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733799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Add, commit,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008119"/>
            <a:ext cx="10971885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4154423"/>
            <a:ext cx="10569549" cy="571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add settings.py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commit -m "Merge origin/main: keep CI timeout 30 and firefox"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055107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5329427"/>
            <a:ext cx="109718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" y="5475731"/>
            <a:ext cx="10569549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To /path/to/remote.git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b25a0a0..0fc5841  main -&gt;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Diamond, and a Safer Habit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graph shows the diamond shape of the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*   0fc5841 Merge origin/main: keep CI timeout 30 and firefox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|\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 * b25a0a0 Increase timeout and retries for slow CI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* | 7412254 Tune timeout and switch browser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|/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* 84cc0aa Add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30168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Instead of git pull: fetch first and look before you 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04487"/>
            <a:ext cx="10971885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4050791"/>
            <a:ext cx="10569549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fetch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log --oneline main..origin/main    # what did others do that I do not have?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diff main origin/main              # how do their changes differ from mine?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git merge origin/main                  # now integrate, knowing what is 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Other Conflicts and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Modify/delete, add/add, rebase, tools, special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Modify/Delete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Talk to the person who deleted it: was the file really obsolete?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One branch changed a file; the other deleted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643128"/>
          </a:xfrm>
          <a:prstGeom prst="roundRect">
            <a:avLst>
              <a:gd name="adj" fmla="val 113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35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CONFLICT (modify/delete): old.txt deleted in feat and modified in HEAD.  Version HEAD of old.txt left in tree.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Automatic merge failed; fix conflicts and then commit the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322319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git status shows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596639"/>
            <a:ext cx="10971885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742943"/>
            <a:ext cx="10569549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Unmerged paths: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(use "git add/rm &lt;file&gt;..." as appropriate to mark resolution)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	deleted by them: old.txt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597907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No markers in the file; you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872227"/>
            <a:ext cx="10971885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" y="5018531"/>
            <a:ext cx="10569549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rm old.txt       # accept the deletion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or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add old.txt      # keep the file (with the modifications)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Add/Add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Both branches created a file with the same path but different content: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40080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Auto-merging f.txt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CONFLICT (add/add): Merge conflict in f.txt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464" y="2221991"/>
            <a:ext cx="4205325" cy="3922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git status -s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shows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AA f.txt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file contains conflict markers just like a content conflict; resolve it the same way.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checkout --theirs f.txt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followed by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add f.txt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one way to finish.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Rename/rename, rename/delete and directory conflicts are reported with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CONFLICT 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line naming the kind; the approach is the same: read,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decide,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/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git rm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Conflicts During a Rebase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Some teams use rebase instead of merge to bring in other people's work (</a:t>
            </a:r>
            <a:r>
              <a:rPr sz="1750" b="0" i="0">
                <a:solidFill>
                  <a:srgbClr val="330066"/>
                </a:solidFill>
                <a:latin typeface="Courier New"/>
              </a:rPr>
              <a:t>git pull --rebase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rebase replays your commits one by one on top of the updated branch, so a conflict can occur at each replayed commit.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Resolving is the same edit-and-</a:t>
            </a:r>
            <a:r>
              <a:rPr sz="175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routine, but the finishing command differs.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We will not go deeper here. If you get lost, </a:t>
            </a:r>
            <a:r>
              <a:rPr sz="1750" b="0" i="0">
                <a:solidFill>
                  <a:srgbClr val="330066"/>
                </a:solidFill>
                <a:latin typeface="Courier New"/>
              </a:rPr>
              <a:t>git rebase --abort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75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) returns you to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Rebase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Edit the file,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add g.txt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then 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rebase --continue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--skip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--abort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175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git rebase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47060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21379"/>
            <a:ext cx="10971885" cy="1519427"/>
          </a:xfrm>
          <a:prstGeom prst="roundRect">
            <a:avLst>
              <a:gd name="adj" fmla="val 481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567683"/>
            <a:ext cx="10569549" cy="1226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Rebasing (1/1)Auto-merging g.txt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CONFLICT (add/add): Merge conflict in g.txt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error: could not apply 483cfd5... r1 g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hint: Resolve all conflicts manually, mark them as resolved with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hint: "git add/rm &lt;conflicted_files&gt;", then run "git rebase --continue".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hint: You can instead skip this commit: run "git rebase --skip".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hint: To abort and get back to the state before "git rebase", run "git rebase --abort".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Rebase: Two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Finish differently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do not 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finish; you run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rebase --continue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Ours and theirs swap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HEAD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("ours") is the branch you are rebasing onto; "theirs" is your own commit being replayed. In the markers you will see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&gt;&gt;&gt;&gt;&gt;&gt;&gt; 483cfd5 (r1 g)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your commit's id and message. Mind this when using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--ours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/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--theirs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Tools That Help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Core commands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diff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log --merge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(commits involved in the conflict),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git ls-files -u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(unmerged files).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Cancel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to cancel.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Editor merge UI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VS Code shows "Accept Current Change | Accept Incoming Change | Accept Both Changes | Compare Changes" above each conflict block, and has a three-pane merge editor. PyCharm and other IDEs have similar windows. After using one, re-read the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Tools That Help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git mergetool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Launches a configured external three-way merge program (for example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vimdiff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meld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kdiff3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 Configure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git config merge.tool &lt;name&gt;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It writes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.orig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backup files unless you disable that.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rerere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git config rerere.enabled 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"reuse recorded resolution" makes Git remember how you resolved a conflict and re-apply it automatically if the same conflict recurs (helpful in long-lived branches).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Special Files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606039"/>
        </p:xfrm>
        <a:graphic>
          <a:graphicData uri="http://schemas.openxmlformats.org/drawingml/2006/table">
            <a:tbl>
              <a:tblPr firstRow="0" bandRow="0"/>
              <a:tblGrid>
                <a:gridCol w="2413814"/>
                <a:gridCol w="3620722"/>
                <a:gridCol w="49373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Typical conflict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How to handle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938784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requirements.txt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(Monday)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people each add a different library on the same line area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Usually keep both lines; keep the list sorted; if both pin different versions of the same package, pick one deliberately, then re-install in a clean virtual environment and run the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Test data files (JSON, CSV)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Both add rows at the end of the 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Keep both rows; check commas in JSON (a missing or extra comma makes the file invalid). Validate by loading it with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json.load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 or your loader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Config files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Different environment URLs or timeouts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Decide with the team which value is right; do not overwrite someone else's environment setting silently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Special Files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407918"/>
        </p:xfrm>
        <a:graphic>
          <a:graphicData uri="http://schemas.openxmlformats.org/drawingml/2006/table">
            <a:tbl>
              <a:tblPr firstRow="0" bandRow="0"/>
              <a:tblGrid>
                <a:gridCol w="2413814"/>
                <a:gridCol w="3620722"/>
                <a:gridCol w="49373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Typical conflict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How to handle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Shared helper modules / fixtures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people extend the same 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Combine intentions; run unit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87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Generated or lock files (e.g. a dependency lock file, compiled output, reports)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Huge conflicts in machine-written content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Do not hand-edit. Take one side, then regenerate with the tool. Better: do not commit generated artifacts (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.gitignore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Binary files (screenshots, spreadsheets)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Cannot be merged line by 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Choose one side with 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--ours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/</a:t>
                      </a:r>
                      <a:r>
                        <a:rPr sz="1150" b="0" i="0">
                          <a:solidFill>
                            <a:srgbClr val="330066"/>
                          </a:solidFill>
                          <a:latin typeface="Courier New"/>
                        </a:rPr>
                        <a:t>--theirs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, or ask the author for the correct version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JSON: Both Added an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CONFLICT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584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[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1, "user": "ann"},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&lt;&lt;&lt;&lt;&lt;&lt;&lt; HEAD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2, "user": "bob"}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=======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3, "user": "cara"}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&gt;&gt;&gt;&gt;&gt;&gt;&gt; origin/main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RESOLUTION KEEPS BOTH AND FIXES PUNCTUATION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990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[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1, "user": "ann"},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2, "user": "bob"},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{"id": 3, "user": "cara"}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Validate the JSON Afterwards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6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with open("users.json", encoding="utf-8") as fh: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users = json.load(fh)            # raises json.JSONDecodeError if a comma is wrong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print(len(users))                    #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wrong comma makes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json.load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json.JSONDecodeError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Uses the file-handling and JSON skills from Tuesday.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Habits and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Prevention, common mistakes, and a resolution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Preventing Conflicts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Pull/fetch often. The longer you wait, the more others' changes pile up. Start each session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fetch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+ merge).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Commit small and often; push frequently. Small changes collide less and are easier to resolve.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short-lived feature branches and merge them back quickly.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Talk to your team. "I am refactoring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helpers.py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this morning" prevents incompatible edits.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Divide the work by file/area: separate test modules per feature rather than everyone appending to one giant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Preventing Conflicts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Avoid drive-by reformatting. Re-indenting or auto-formatting a whole file touches every line and collides with everybody. Do it in its own commit, announced to the team.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generated files out of Git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.gitignore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(virtual environments,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__pycache__/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logs, reports).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files focused and functions short; sprawling files attract simultaneous edits.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Pull before you push and make sure the tests pass after merging.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826639"/>
        </p:xfrm>
        <a:graphic>
          <a:graphicData uri="http://schemas.openxmlformats.org/drawingml/2006/table">
            <a:tbl>
              <a:tblPr firstRow="0" bandRow="0"/>
              <a:tblGrid>
                <a:gridCol w="3291565"/>
                <a:gridCol w="3511003"/>
                <a:gridCol w="416931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Avoid it by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65429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Committing the file with markers still inside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Broken code in the repository (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IndentationError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/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SyntaxError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or worse, silent text in config/data)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diff --check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grep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for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&lt;&lt;&lt;&lt;&lt;&lt;&lt;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run the tests before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add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Always choosing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--ours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--theirs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blindly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Erases a colleague's work or your own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Read both sides; ask the author; use the tools only for whole-file decisions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Forgetting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add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after fixing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Git says you are still merging and refuses to commit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status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after resolving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Not running tests after resolving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The merged code may be broken even though there were no markers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Run the suite (and the program) every time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061210"/>
        </p:xfrm>
        <a:graphic>
          <a:graphicData uri="http://schemas.openxmlformats.org/drawingml/2006/table">
            <a:tbl>
              <a:tblPr firstRow="0" bandRow="0"/>
              <a:tblGrid>
                <a:gridCol w="3291565"/>
                <a:gridCol w="3511003"/>
                <a:gridCol w="416931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Avoid it by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Panicking and deleting the repository folder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Lose unpushed work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merge --abort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is the safe way out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Resolving while a lot of unrelated changes are uncommitted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Messy, hard to separate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Commit or stash your work before you merge or pull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55905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Force-pushing (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git push --force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) to "get rid of" a rejected push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Overwrites others' commits on the shared branch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Never force-push a shared branch; integrate via pull/merge instead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Conflict Checklist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the Git message. Run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Note every file under Unmerged paths.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For each file: open it, find the markers, read both sides (use diff3 style if the original helps).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Understand each change's intent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log --merge -p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); ask the author if unsure.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Edit the file to the correct final content. Remove all markers.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Verify: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git diff --check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run the program and the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Conflict Checklist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add &lt;file&gt;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for each resolved file;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shows "All conflicts fixed".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with a clear message (not needed in a rebase; use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git rebase --continue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push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(after pulling again if the remote moved while you worked).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If it all goes wrong: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start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Whole Sequence,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Full script: paste into a terminal in a scratch folder (set-up and resolve steps omitted here).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40280"/>
            <a:ext cx="10971885" cy="2578607"/>
          </a:xfrm>
          <a:prstGeom prst="roundRect">
            <a:avLst>
              <a:gd name="adj" fmla="val 28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386584"/>
            <a:ext cx="10569549" cy="228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--- branch: polite greeting 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switch -c feature/polite-greeting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sed -i 's/return "Hello, " + name/return "Good morning, " + name/' greeting.py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commit -am "Use polite greeting"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--- main: friendly greeting 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switch main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sed -i 's/return "Hello, " + name/return "Hi there, " + name + "!"/' greeting.py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commit -am "Use friendly greeting"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5C8A8A"/>
                </a:solidFill>
                <a:latin typeface="Courier New"/>
              </a:rPr>
              <a:t># --- merge: conflict! ---------------------------------------------------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git merge feature/polite-greeting        # CONFLICT (content)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001768"/>
            <a:ext cx="1097188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two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sed -i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edits change the same line in different ways on two branches: same lines, different changes, both committed.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git merge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fails with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CONFLICT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; the file now contains markers.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sed -i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for Linux/macOS or Git Bash; on Windows without Git Bash, make the same edits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Script: Resolve and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init -b main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starts a repository with a branch named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main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Overwriting the file with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printf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just a quick way of "editing the file to the correct final content" in a script.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diff --check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running the program are the verification step.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git add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marks it resolved,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creates the merge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merge combines two lines of history using a three-way comparison against their common ancestor. Most merges succeed automatically.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conflict happens when both sides changed the same (or adjacent) lines differently, or one side deleted/renamed what the other changed. Git pauses the merge and waits for you.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Telltale signs: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CONFLICT (...)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Automatic merge failed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status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showing Unmerged paths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both modified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Markers: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&lt;&lt;&lt;&lt;&lt;&lt;&lt; HEAD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...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=======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...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&gt;&gt;&gt;&gt;&gt;&gt;&gt; other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Above the divider is ours; below is theirs. Reversed in a rebase.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Resolve by editing the file to the correct final content, removing every marker, then testing,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add &lt;file&gt;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(meaning "resolved"),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commit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git merge --abort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safely cancels.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checkout --ours/--theirs &lt;file&gt;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takes a whole file from one side.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diff --check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finds leftover markers.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git log --merge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ls-files -u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diff3 style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merge.conflictstyle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help you understand the situation.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resolution is code you wrote: verify it with the program and the unit tests before you commit.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Conflicts 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pull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the most common. A rejected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push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("fetch first") means histories diverged; pull (merge), resolve, then push.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git fetch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+ inspect first is safer.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test-automation repos, take extra care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requirements.txt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JSON/CSV test data (punctuation), shared config, and generated files (regenerate, do not hand-merge).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Prevent pain: pull often, commit small, use short branches, communicate, avoid mass reformatting, keep generated files out of Git.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Pro Git book, "Basic Branching and Merging"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https://git-scm.com/book/en/v2/Git-Branching-Basic-Branching-and-Merging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Git documentation, git merge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https://git-scm.com/docs/git-merge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Git documentation, git mergetool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https://git-scm.com/docs/git-mergetool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Git Merge Conflicts  ·  Week 2 · Wednesday   |   69 / 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