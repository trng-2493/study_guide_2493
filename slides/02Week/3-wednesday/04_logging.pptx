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10/18/2026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10/18/2026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Record what a program does while it runs, so a failure you did not watch can still be diagnosed.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log levels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5869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24454" y="3520439"/>
            <a:ext cx="177736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basicConfig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9325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959019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loggers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34776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13524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handlers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2228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88044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test runs</a:t>
            </a:r>
          </a:p>
        </p:txBody>
      </p:sp>
      <p:sp>
        <p:nvSpPr>
          <p:cNvPr id="14" name="Oval 13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Explain what logging is, and why it is better than scattering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print()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calls through your code.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350008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258568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Name and choose between the five standard log levels: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WARNING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CRITICAL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282549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2734056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Configure the built-in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module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logging.basicConfig()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and know its limitations (and the "ignored second call" trap).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30098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20954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Create named loggers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logging.getLogger(__name__)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explain the logger hierarchy and propagation.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377647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368503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Explain the roles of loggers, handlers, formatters and filters, and build a logger that writes to both the console and a file at different levels.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" y="4251960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6832" y="416052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Write useful log messages: lazy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%s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formatting, context, tracebacks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logger.exception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and no secrets.</a:t>
            </a:r>
          </a:p>
        </p:txBody>
      </p:sp>
      <p:sp>
        <p:nvSpPr>
          <p:cNvPr id="15" name="Oval 14"/>
          <p:cNvSpPr/>
          <p:nvPr/>
        </p:nvSpPr>
        <p:spPr>
          <a:xfrm>
            <a:off x="609904" y="4727448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6832" y="4636008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test automation: a per-run log file, step-by-step logs, logs attached to failure reports.</a:t>
            </a:r>
          </a:p>
        </p:txBody>
      </p:sp>
      <p:sp>
        <p:nvSpPr>
          <p:cNvPr id="17" name="Oval 16"/>
          <p:cNvSpPr/>
          <p:nvPr/>
        </p:nvSpPr>
        <p:spPr>
          <a:xfrm>
            <a:off x="609904" y="520293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6832" y="5111496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Describe log rotation and configuration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dictConfig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at an introductory level.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 the previous lesson you debugged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print()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pdb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tools for you, at your desk, watching a failing run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651760"/>
            <a:ext cx="109718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Many failures happen when you are not watching: an overnight test run, a CI/CD pipeline, a remote machine, a bug a colleague hit yesterday.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3703320"/>
            <a:ext cx="10971885" cy="914400"/>
          </a:xfrm>
          <a:prstGeom prst="roundRect">
            <a:avLst>
              <a:gd name="adj" fmla="val 9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504" y="3840480"/>
            <a:ext cx="105146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LOG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those cases the only thing you have is the record the program left behind. That record is the log.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Logs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561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50" b="1" i="0">
                <a:solidFill>
                  <a:srgbClr val="330066"/>
                </a:solidFill>
                <a:latin typeface="Arial"/>
              </a:rPr>
              <a:t>What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was the program doing when it failed?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0932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45905"/>
            <a:ext cx="10423245" cy="561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50" b="1" i="0">
                <a:solidFill>
                  <a:srgbClr val="330066"/>
                </a:solidFill>
                <a:latin typeface="Arial"/>
              </a:rPr>
              <a:t>What values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did it have? (the user, the URL, the test data)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23557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272155"/>
            <a:ext cx="10423245" cy="561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50" b="1" i="0">
                <a:solidFill>
                  <a:srgbClr val="330066"/>
                </a:solidFill>
                <a:latin typeface="Arial"/>
              </a:rPr>
              <a:t>When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did it happen, and in what order?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96182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998404"/>
            <a:ext cx="10423245" cy="561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50" b="1" i="0">
                <a:solidFill>
                  <a:srgbClr val="330066"/>
                </a:solidFill>
                <a:latin typeface="Arial"/>
              </a:rPr>
              <a:t>How long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did each step take?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Logs as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For a test automation engineer, logs are a primary source of evidence. A test that reports only "FAILED" is nearly useless.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788920"/>
            <a:ext cx="10971885" cy="1188720"/>
          </a:xfrm>
          <a:prstGeom prst="roundRect">
            <a:avLst>
              <a:gd name="adj" fmla="val 6923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2926079"/>
            <a:ext cx="105146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 USEFUL TIMELINE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test that leaves a timeline, such as "opened page; entered user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ann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clicked Submit; response status 500; body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{...}</a:t>
            </a:r>
            <a:r>
              <a:rPr sz="1400" b="0" i="0">
                <a:solidFill>
                  <a:srgbClr val="1A1A1A"/>
                </a:solidFill>
                <a:latin typeface="Arial"/>
              </a:rPr>
              <a:t>", lets anyone diagnose the failure without re-running anything.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print() vs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637026"/>
        </p:xfrm>
        <a:graphic>
          <a:graphicData uri="http://schemas.openxmlformats.org/drawingml/2006/table">
            <a:tbl>
              <a:tblPr/>
              <a:tblGrid>
                <a:gridCol w="4388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Need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print()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logging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Turn noisy detail on or off without editing code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No (edit and remove lines)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Yes (change the level)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Severity (is this a warning? an error?)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Yes (5 levels)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Timestamps, module name, line number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Automatic via a format string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Send output to a file, console, network at once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Handlers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Full traceback of a caught exception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logger.exception()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Different behaviour for different parts of the app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Named, hierarchical loggers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Safe to leave in production code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67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What logging is, and the five log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Logging?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Logging means recording events that happen while a program runs.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Each record (a log record) usually contains a time, a severity level, the source (which module or component) and a message.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Python's standard library provides the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logging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module, so there is nothing to install, and almost every Python library and framework you will use later (including test frameworks) uses it too.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4251960"/>
            <a:ext cx="10971885" cy="1188720"/>
          </a:xfrm>
          <a:prstGeom prst="roundRect">
            <a:avLst>
              <a:gd name="adj" fmla="val 6923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4389120"/>
            <a:ext cx="105146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ANALOGY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 aircraft's flight recorder ("black box"), or a restaurant's order tickets. Nobody reads them while everything is fine. When something goes wrong, they let you reconstruct exactly what happened and in what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67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Five Log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052060"/>
        </p:xfrm>
        <a:graphic>
          <a:graphicData uri="http://schemas.openxmlformats.org/drawingml/2006/table">
            <a:tbl>
              <a:tblPr/>
              <a:tblGrid>
                <a:gridCol w="1426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9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Number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Use it for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DEBUG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Detailed diagnostic information, normally only wanted while investigating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Request payload: {...}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; loop variable values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INFO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Confirmation that things are working as expected; key milestones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Test test_login started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Loaded 250 rows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WARNING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Something unexpected, or a problem is likely, but the program continues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Response took 4.2s (limit 2s)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Using default timeout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serious problem: an operation failed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Could not read config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CRITICAL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severe error; the program may be unable to continue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Database connection lost; aborting run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Threshold: Turning Detail Up and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A logger has a threshold level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Messages below the threshold are ignored; messages at or above it are processed.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9586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32443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Example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Threshold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WARNING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CRITICAL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are shown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dropped.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20865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245230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One setting, no code edits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Turn detail up while investigating a problem and back down for normal runs, without touching the code that writes the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5093208"/>
            <a:ext cx="10971885" cy="914400"/>
          </a:xfrm>
          <a:prstGeom prst="roundRect">
            <a:avLst>
              <a:gd name="adj" fmla="val 9000"/>
            </a:avLst>
          </a:prstGeom>
          <a:solidFill>
            <a:srgbClr val="FBEDEB"/>
          </a:solidFill>
          <a:ln w="12700">
            <a:solidFill>
              <a:srgbClr val="FBE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" y="5230368"/>
            <a:ext cx="105146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DEFAULT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default threshold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WARNING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This surprises beginners: out of the box,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logging.info("...")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prints nothing.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67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Default Threshold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1892808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import logging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logging.debug("d")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logging.info("i")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logging.warning("w")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logging.error("e")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logging.critical("c")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WARNING:root:w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ERROR:root:e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CRITICAL:root:c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67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the Default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Only the last three appear.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default format is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LEVEL:LOGGER_NAME:MESSAGE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root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the name of the default top-level logger.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Quick Start: basicConfig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One-call setup, format fields and the ignored-second-call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67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basicConfig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3026156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7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level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Threshold: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logging.DEBUG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logging.INFO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...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format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 template string for each line (see the table below)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datefmt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How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%(asctime)s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is displayed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filename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Write to this file instead of the console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filemode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"a"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(append, default) or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"w"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(overwrite)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encoding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File encoding, e.g.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"utf-8"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force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True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removes and replaces existing configuration (Python 3.8+)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basicConfig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3462527"/>
          </a:xfrm>
          <a:prstGeom prst="roundRect">
            <a:avLst>
              <a:gd name="adj" fmla="val 211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3169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logging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logging.basicConfig(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level=logging.DEBUG,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format="%(asctime)s | %(levelname)-8s | %(name)s | %(message)s",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datefmt="%H:%M:%S",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logger = logging.getLogger(__name__)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logger.debug("debug msg")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logger.info("user %s logged in", "alice")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logger.warning("slow: %.1fs", 2.5)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1 / 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ZeroDivisionError: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logger.exception("calc failed")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5474208"/>
            <a:ext cx="10971885" cy="6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level=logging.DEBUG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lowers the threshold so that everything is shown.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format=...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is a template; each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%(name)s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placeholder is replaced by a field of the record.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Full script: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lg3.py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in the lesson.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basicConfig: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 (the times will differ)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035040" cy="1938527"/>
          </a:xfrm>
          <a:prstGeom prst="roundRect">
            <a:avLst>
              <a:gd name="adj" fmla="val 377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632703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12:48:44 | DEBUG    | __main__ | debug msg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12:48:44 | INFO     | __main__ | user alice logged in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12:48:44 | WARNING  | __main__ | slow: 2.5s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12:48:44 | ERROR    | __main__ | calc failed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Traceback (most recent call last):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File "lg3.py", line 6, in &lt;module&gt;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1 / 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~~^~~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ZeroDivisionError: division by 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%(levelname)-8s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pads the level name to width 8, left-aligned, so columns line up.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getLogger(__name__)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creates (or fetches) a logger named after the current module. Run directly,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__name__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"__main__"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(Monday).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logger.info("user %s logged in", "alice")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the lazy formatting style: template and arguments passed separately.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logger.exception("calc failed")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logs at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level and appends the full traceback. Call it inside an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block.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67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Useful Format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403600"/>
        </p:xfrm>
        <a:graphic>
          <a:graphicData uri="http://schemas.openxmlformats.org/drawingml/2006/table">
            <a:tbl>
              <a:tblPr/>
              <a:tblGrid>
                <a:gridCol w="3840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Placeholder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%(asctime)s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Human-readable time of the event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%(levelname)s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DEBUG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INFO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...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%(name)s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Logger name (e.g.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qa.api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%(message)s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The message after formatting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%(filename)s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%(module)s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Source file / module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%(funcName)s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Function that logged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%(lineno)d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Line number of the log call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%(process)d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%(threadName)s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Process id / thread name (useful with parallel tests)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67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Trap: basicConfig Works Only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basicConfig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does nothing if the root logger already has handlers.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10971885" cy="1626108"/>
          </a:xfrm>
          <a:prstGeom prst="roundRect">
            <a:avLst>
              <a:gd name="adj" fmla="val 449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10569549" cy="1333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import logging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logging.warning("first")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logging.basicConfig(level=logging.DEBUG, format="%(levelname)s %(message)s")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logging.debug("not shown: basicConfig was ignored")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logging.basicConfig(level=logging.DEBUG, format="%(levelname)s %(message)s", force=True)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logging.debug("now shown")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30530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579620"/>
            <a:ext cx="10971885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4725924"/>
            <a:ext cx="10569549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WARNING:root:first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DEBUG now shown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67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the Second Call Was Ignored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Calling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logging.warning(...)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(the module-level functions) before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basicConfig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automatically sets up a default handler, and your later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basicConfig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call is silently ignored.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9718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3008376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Once, as early as possible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Call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basicConfig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in your entry point, not in every module.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66629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702875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Courier New"/>
              </a:rPr>
              <a:t>force=True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Use it if you must reconfigure.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436079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4397375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Library or helper modules never call </a:t>
            </a:r>
            <a:r>
              <a:rPr sz="1500" b="1" i="0">
                <a:solidFill>
                  <a:srgbClr val="330066"/>
                </a:solidFill>
                <a:latin typeface="Courier New"/>
              </a:rPr>
              <a:t>basicConfig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They create a logger and log to it, leaving configuration to the application.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67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Loggers, handlers, formatters and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67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How a Log Message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basicConfig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hides a small machine with four kinds of parts.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48840"/>
            <a:ext cx="10971885" cy="3721608"/>
          </a:xfrm>
          <a:prstGeom prst="roundRect">
            <a:avLst>
              <a:gd name="adj" fmla="val 19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95144"/>
            <a:ext cx="10569549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your code:  logger.info("msg")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        |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        v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  +-----------+   level check (is INFO &gt;= logger threshold?)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  |  LOGGER   |-----------------------------------------+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  +-----------+                                         |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        | creates a LogRecord                           |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        v                                               |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+-----------+-----------+                                   |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|                       |                                   |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+----v-----+           +-----v----+       each HANDLER has its own level and FORMATTER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| HANDLER  |           | HANDLER  |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| console  |           |  file    |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| INFO+    |           | DEBUG+   |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+----+-----+           +-----+----+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| FORMATTER             | FORMATTER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v                       v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screen output           test_run.log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67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Parts and Their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3056887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Part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Responsibility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Logger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The object your code calls (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logger.info(...)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). Has a name and a level. Decides whether a record is created.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LogRecord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The event itself: message, level, time, module, line number, exception info, etc.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19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Handler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Sends records to a destination: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StreamHandler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(console),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FileHandler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(file),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RotatingFileHandler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(file that rolls over),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NullHandler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(discard), and more. Each handler has its own level.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Formatter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Decides what the final text looks like (the format string). Attached to a handler.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Filter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Optional extra rule to accept or reject records, or to add information (e.g. a test id) to them.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67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Two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Because each handler has its own level, you can show only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up on the screen while saving full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detail to a file.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916936"/>
            <a:ext cx="10423245" cy="561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50" b="1" i="0">
                <a:solidFill>
                  <a:srgbClr val="330066"/>
                </a:solidFill>
                <a:latin typeface="Arial"/>
              </a:rPr>
              <a:t>First gate: the logger's level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Decides whether a record is created at all.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62489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661473"/>
            <a:ext cx="10423245" cy="561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50" b="1" i="0">
                <a:solidFill>
                  <a:srgbClr val="330066"/>
                </a:solidFill>
                <a:latin typeface="Arial"/>
              </a:rPr>
              <a:t>Second gate: each handler's level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Decides what that destination receives.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67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Named Loggers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The hierarchy, inheritance and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67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Logger Names Form a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267968"/>
          </a:xfrm>
          <a:prstGeom prst="roundRect">
            <a:avLst>
              <a:gd name="adj" fmla="val 57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975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root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 `-- qa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      |-- qa.api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      `-- qa.db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getLogger("qa.api")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 child of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getLogger("qa")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which is a child of the root logger.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child with no level of its own inherits the effective level from its parent.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Records propagate upward: after a child's own handlers, the record goes to the parent's handlers. Configuring the root logger once (e.g. via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basicConfig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covers every module's logger.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getLogger("qa")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twice returns the same object, so you never pass loggers around.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67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Module Idiom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__name__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the module's dotted path (e.g.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framework.api.client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), so logs say where they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Top of every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10971885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10569549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import logging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logger = logging.getLogger(__name__)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566159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Control whole areas at once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840479"/>
            <a:ext cx="10971885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3986783"/>
            <a:ext cx="10569549" cy="396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logging.getLogger("framework.api").setLevel(logging.DEBUG)   # verbose for the API layer only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logging.getLogger("urllib3").setLevel(logging.WARNING)       # quieten a noisy third-party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67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Inheritance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import logging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logging.basicConfig(level=logging.INFO, format="%(levelname)s:%(name)s:%(message)s")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logging.getLogger("a").setLevel(logging.ERROR)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logging.getLogger("a.b").info("silenced")     # inherits ERROR from "a": dropped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logging.getLogger("a.b").error("shown")       # ERROR:a.b:shown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371088"/>
            <a:ext cx="10971885" cy="277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"a.b"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has no level of its own, so it inherits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from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"a"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• The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call is dropped; the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call is shown.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67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Console Plus 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Building a logger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67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Build a Logger by Hand?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For test frameworks you usually want two things: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368296"/>
            <a:ext cx="10423245" cy="561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50" b="1" i="0">
                <a:solidFill>
                  <a:srgbClr val="330066"/>
                </a:solidFill>
                <a:latin typeface="Arial"/>
              </a:rPr>
              <a:t>Short, readable output on screen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Console shows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above.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7625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12833"/>
            <a:ext cx="10423245" cy="561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50" b="1" i="0">
                <a:solidFill>
                  <a:srgbClr val="330066"/>
                </a:solidFill>
                <a:latin typeface="Arial"/>
              </a:rPr>
              <a:t>A complete detailed log file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Saved with the test results; records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above.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67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build_logger: The Key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Full script: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lg2.py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the lesson.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94560"/>
            <a:ext cx="10971885" cy="3066287"/>
          </a:xfrm>
          <a:prstGeom prst="roundRect">
            <a:avLst>
              <a:gd name="adj" fmla="val 238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40864"/>
            <a:ext cx="10569549" cy="2773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build_logger(name="qa", logfile="test_run.log"):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logger = logging.getLogger(name)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logger.setLevel(logging.DEBUG)              # logger lets everything through...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if logger.handlers:                         # guard: avoid adding handlers twice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console.setLevel(logging.INFO)              # ...but the console only shows INFO and above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console.setFormatter(fmt)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file_handler.setLevel(logging.DEBUG)        # the file records everything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file_handler.setFormatter(fmt)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logger.addHandler(console)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logger.addHandler(file_handler)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logger.propagate = False                    # do not also pass records to the root logger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489448"/>
            <a:ext cx="10971885" cy="655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Logger level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lets everything in; the console handler's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filters the screen; the file handler's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records everything.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The guard avoids adding handlers twice.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propagate = False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stops records also reaching the root logger.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67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build_logger: Console vs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CONSOLE (NO DEBUG LINE)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2026-10-07 12:48:36,251 | INFO     | qa:21 | test started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2026-10-07 12:48:36,251 | WARNING  | qa:22 | slow response: 3.46s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2026-10-07 12:48:36,251 | ERROR    | qa:23 | assertion failed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2026-10-07 12:48:36,251 | INFO     | qa.api:24 | child logger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TEST_RUN.LOG (EXTRA DEBUG 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106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2026-10-07 12:48:36,251 | DEBUG    | qa:20 | config loaded: {'retries': 3}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2026-10-07 12:48:36,251 | INFO     | qa:21 | test started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2026-10-07 12:48:36,251 | WARNING  | qa:22 | slow response: 3.46s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2026-10-07 12:48:36,251 | ERROR    | qa:23 | assertion failed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2026-10-07 12:48:36,251 | INFO     | qa.api:24 | child logger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67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What the Builder Teaches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The two gates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logger.setLevel(DEBUG)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lets everything into the system;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console.setLevel(INFO)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filters what appears on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Duplicate-lines bug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if logger.handlers: return logger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prevents it: if a function that adds handlers is called twice, every message is printed twice.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propagate = False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Stops records bubbling up to the root logger, which would cause duplicates if the root has its own handler.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67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What the Builder Teaches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File mode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FileHandler(..., mode="w")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creates a fresh log for each run;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"a"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appends. Logging closes handlers at interpreter exit (you can call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logging.shutdown()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explicitly).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Line numbers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qa:21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shows the line number of the logging call: invaluable when hunting a message.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Child loggers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logging.getLogger("qa.api")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inherits the parent's handlers through propagation, so its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line appears in both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67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Good Log Messages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Lazy formatting, context, exceptions, levels and secrets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67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Lazy %s Formatting, Not f-Strings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logger.info("user %s logged in from %s", username, ip)      # recommended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logger.info(f"user {username} logged in from {ip}")          # works, but less ideal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2731007"/>
            <a:ext cx="10971885" cy="3413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First form: the string is only built if the message will actually be emitted. If the level is disabled, no work is done.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Second form works, but is less ideal. Linters often flag f-strings inside logging calls for this reason.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For small programs the difference is negligible, but it is a good habit.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67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Lazy Formatting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786128"/>
          </a:xfrm>
          <a:prstGeom prst="roundRect">
            <a:avLst>
              <a:gd name="adj" fmla="val 4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49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class Big: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def __repr__(self):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print("(expensive repr executed)")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return "Big()"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log.debug("value: %r", Big())   # INFO threshold: DEBUG disabled -&gt; repr is NOT executed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log.info("value: %r", Big())    # prints '(expensive repr executed)' then the INFO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797808"/>
            <a:ext cx="10971885" cy="2346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Matters when the argument is expensive to render.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At an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threshold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call does not run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repr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call prints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(expensive repr executed)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then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67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Include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7.2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516380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Weak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Strong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"error"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"Login failed for user=%s status=%s"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"done"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"Loaded %d rows from %s in %.2fs"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"retrying"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"Retry %d/%d for GET %s after %s"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3520439"/>
            <a:ext cx="1097188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Include identifiers (test name, user, order id, URL, status code), counts, durations and values you would want if you had to diagnose the problem from the log alone.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%r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for values where whitespace or type matters (just like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repr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when debugging).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67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Log Exceptions: Not Like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Avoid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035040" cy="902207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632703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except Exception as e: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logger.error("failed")                   # no reason, no traceback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print(e)                                 # lost when no one watches the console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Inside an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block,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logger.exception("what we were doing")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it logs at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includes the traceback.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Equivalent: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logger.error("...", exc_info=True)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bad form gives no reason and no traceback,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print(e)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lost when no one watches the console.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67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Log Exceptions: Preferred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Combines Tuesday's exception lessons with logging.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94560"/>
            <a:ext cx="10971885" cy="1786128"/>
          </a:xfrm>
          <a:prstGeom prst="roundRect">
            <a:avLst>
              <a:gd name="adj" fmla="val 4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40864"/>
            <a:ext cx="10569549" cy="149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def read_config(path):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with open(path, encoding="utf-8") as fh: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    return fh.read()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except FileNotFoundError: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logger.exception("Config file missing: %s", path)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raise                                  # still let the caller decide what to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209288"/>
            <a:ext cx="10971885" cy="1935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logger.exception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records the message and traceback.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still lets the caller decide what to do.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Log or re-raise, but avoid doing both at every layer, or the same error appears many times. Rule: log where the exception is finally handled.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67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Choose the Right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7.4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DEBUG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Step details, payloads, variable values. Fine to be chatty.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INFO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The story at a high level: "suite started", "test X passed", "uploaded report".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WARNING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Something is off but we can continue: a missing optional setting, a retry, slowness.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ERROR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An operation failed (and probably a test failed).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7240" y="4283964"/>
            <a:ext cx="3017215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CRITICAL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The whole run is in trouble.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67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Use Levels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A frequent mistake is logging everything as </a:t>
            </a:r>
            <a:r>
              <a:rPr sz="1750" b="1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800" b="1" i="0">
                <a:solidFill>
                  <a:srgbClr val="330066"/>
                </a:solidFill>
                <a:latin typeface="Arial"/>
              </a:rPr>
              <a:t> or everything as </a:t>
            </a:r>
            <a:r>
              <a:rPr sz="1750" b="1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800" b="1" i="0">
                <a:solidFill>
                  <a:srgbClr val="330066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Levels exist so readers (and tools) can filter; use them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67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Never Log Secrets or Personal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Logs are copied around, attached to bug reports and stored in CI systems. Do not log passwords, API keys, tokens, full credit card numbers or personal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154680"/>
            <a:ext cx="10971885" cy="1097280"/>
          </a:xfrm>
          <a:prstGeom prst="roundRect">
            <a:avLst>
              <a:gd name="adj" fmla="val 7500"/>
            </a:avLst>
          </a:prstGeom>
          <a:solidFill>
            <a:srgbClr val="FBEDEB"/>
          </a:solidFill>
          <a:ln w="12700">
            <a:solidFill>
              <a:srgbClr val="FBE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3291840"/>
            <a:ext cx="10514685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MASK OR OMIT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Mask or omit them: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"token=%s"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should be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"token=*"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This is an important professional habit for test engineers, who often handle realistic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67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Where Logs Go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Handlers, rotation, dictConfig, and print vs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67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Choosing a Destination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Console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StreamHandler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): defaults to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stderr</a:t>
            </a:r>
            <a:r>
              <a:rPr sz="1700" b="0" i="0">
                <a:solidFill>
                  <a:srgbClr val="1A1A1A"/>
                </a:solidFill>
                <a:latin typeface="Arial"/>
              </a:rPr>
              <a:t>; pass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sys.stdout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if you want standard output.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File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FileHandler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): persistent record. Always set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encoding="utf-8"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Rotating file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logging.handlers.RotatingFileHandler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): when the file reaches a size, it is renamed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app.log.1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 and a new one starts. Prevents unbounded growth on long-running systems.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TimedRotatingFileHandler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rotates by time (e.g. daily).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67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Rotating File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logging.handlers import RotatingFileHandler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handler = RotatingFileHandler("app.log", maxBytes=1_000_000, backupCount=3, encoding="utf-8")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67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Configuring with dictConfig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For larger projects, handlers, formatters and loggers are described in a dictionary (or YAML/JSON/INI file) and loaded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logging.config.dictConfig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94560"/>
            <a:ext cx="10971885" cy="2769107"/>
          </a:xfrm>
          <a:prstGeom prst="roundRect">
            <a:avLst>
              <a:gd name="adj" fmla="val 26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40864"/>
            <a:ext cx="10569549" cy="2476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config = {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"version": 1,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"disable_existing_loggers": False,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"formatters": {"std": {"format": "%(levelname)-8s %(name)s: %(message)s"}},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"handlers": {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"console": {"class": "logging.StreamHandler", "formatter": "std", "level": "INFO"}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},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"loggers": {"qa": {"handlers": ["console"], "level": "DEBUG", "propagate": False}},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logging.config.dictConfig(config)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logging.getLogger("qa.api").info("hi")       # INFO     qa.api: hi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logging.getLogger("qa.api").debug("hidden")  # below the handler's INFO level: not shown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192267"/>
            <a:ext cx="10971885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The last two lines show the output: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INFO     qa.api: hi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printed; 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call is below the handler's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level, so it is not shown.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Keeping configuration in one place lets operators change log levels per environment without changing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67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Logging vs print()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print: intended output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right tool for a program's output to the user: a report, a result table, the answer a command-line tool is asked for.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logging: diagnostics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right tool for diagnostic information about what the program is doing.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Throwaway debugging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While you are at the keyboard: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pdb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Next week, in CI, in a bug report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Anything you might want later: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67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Logging in Test Automation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One setup per run, the test story, and evidence on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67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Test Automation Logging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One configuration at the start of the run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In the entry point or test setup: console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file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a log file per run named with a timestamp, e.g.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logs/run_2026-10-07_09-30.log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15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52280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Every module has a logger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logger = logging.getLogger(__name__)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4102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446780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Log the test story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test start and end, each major step ("Opening login page", "Submitting credentials"), the final verdict. At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request and response details, data used, timings.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67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Log Before Asserting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If an assertion fails, the log already contains the actual values that led to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704088"/>
          </a:xfrm>
          <a:prstGeom prst="roundRect">
            <a:avLst>
              <a:gd name="adj" fmla="val 1038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logger.debug("expected=%r actual=%r", expected_total, actual_total)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assert actual_total == expected_total, f"total mismatch: {actual_total!r} != {expected_total!r}"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67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Test Automation Logging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545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Attach the log to the failure report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A developer can read the story without re-running.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51174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48318"/>
            <a:ext cx="10423245" cy="791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Keep logs consistent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One line per event, key=value pairs, so they can be searched with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grep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or a log-analysis tool later.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48646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523043"/>
            <a:ext cx="10423245" cy="545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Parallel runs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Include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%(process)d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%(threadName)s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in the format so interleaved lines can be separated.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67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Test Automation Logging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Python's </a:t>
            </a:r>
            <a:r>
              <a:rPr sz="1650" b="1" i="0">
                <a:solidFill>
                  <a:srgbClr val="330066"/>
                </a:solidFill>
                <a:latin typeface="Courier New"/>
              </a:rPr>
              <a:t>unittest</a:t>
            </a:r>
            <a:r>
              <a:rPr sz="1700" b="1" i="0">
                <a:solidFill>
                  <a:srgbClr val="330066"/>
                </a:solidFill>
                <a:latin typeface="Arial"/>
              </a:rPr>
              <a:t> library (next lesson) can even verify logging.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697480"/>
            <a:ext cx="10971885" cy="1097280"/>
          </a:xfrm>
          <a:prstGeom prst="roundRect">
            <a:avLst>
              <a:gd name="adj" fmla="val 75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2834640"/>
            <a:ext cx="10514685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PREVIEW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self.assertLogs("qa", level="WARNING")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 context manager that fails the test if no matching message was logged. You will see it in action when we cover unit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67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Worked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Script setup, a reusable test-run logger, test steps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53 / 67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A: Minimal Script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Full script in the lesson.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94560"/>
            <a:ext cx="10971885" cy="3066287"/>
          </a:xfrm>
          <a:prstGeom prst="roundRect">
            <a:avLst>
              <a:gd name="adj" fmla="val 238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40864"/>
            <a:ext cx="10569549" cy="2773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logging.basicConfig(level=logging.INFO, format="%(levelname)s | %(message)s")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logger = logging.getLogger(__name__)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divide(a, b):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logger.debug("divide(%r, %r)", a, b)       # hidden at INFO level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if b == 0: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logger.error("Division by zero requested: a=%r", a)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return None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a / b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logger.info("Starting calculations")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print(divide(10, 2))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print(divide(5, 0))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logger.info("Finished")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489448"/>
            <a:ext cx="10971885" cy="655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logger.debug(...)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hidden at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level.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call logs context: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a=%r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54 / 67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A: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493776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4535424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INFO | Starting calculations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5.0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ERROR | Division by zero requested: a=5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None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INFO | Finished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Only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lines appear.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Change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level=logging.INFO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logging.DEBUG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divide(...)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lines appear: the code did not change, only the threshold.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55 / 67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B: A Test-Run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qa_logging.py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2121408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1828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setup_logging(log_dir="logs", console_level=logging.INFO):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root = logging.getLogger()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root.setLevel(logging.DEBUG)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root.handlers.clear()                      # make setup safe to call more than once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console.setLevel(console_level)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file_handler.setLevel(logging.DEBUG)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root.addHandler(console)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root.addHandler(file_handler)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logfile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Root logger, safe to repeat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root.handlers.clear()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prevents duplicate handlers when the function is called again.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8316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868231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Console and file levels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Console takes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console_level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(default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250" b="0" i="0">
                <a:solidFill>
                  <a:srgbClr val="1A1A1A"/>
                </a:solidFill>
                <a:latin typeface="Arial"/>
              </a:rPr>
              <a:t>); the file handler records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388023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3916807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One setup for everyone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Every module that uses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logging.getLogger(__name__)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now logs through this one setup.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56 / 67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B: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791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Folder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330066"/>
                </a:solidFill>
                <a:latin typeface="Courier New"/>
              </a:rPr>
              <a:t>Path(log_dir).mkdir(exist_ok=True)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creates the folder if needed (the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pathlib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and file skills from Tuesday).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5780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94381"/>
            <a:ext cx="10423245" cy="545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Per-run file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A timestamp in the file name means each run gets its own log.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48646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523043"/>
            <a:ext cx="10423245" cy="545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No duplicates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330066"/>
                </a:solidFill>
                <a:latin typeface="Courier New"/>
              </a:rPr>
              <a:t>root.handlers.clear()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prevents duplicate handlers when the function is called again.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57 / 67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C: Steps and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967227"/>
          </a:xfrm>
          <a:prstGeom prst="roundRect">
            <a:avLst>
              <a:gd name="adj" fmla="val 2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6746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def check_discount(price, percent, expected):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logger.info("Test start: discount price=%s percent=%s", price, percent)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actual = price - price * percent / 100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logger.debug("expected=%r actual=%r", expected, actual)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if actual != expected: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    logger.error("MISMATCH expected=%r actual=%r", expected, actual)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    return False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logger.info("Test passed")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return True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logging.basicConfig(level=logging.DEBUG, format="%(levelname)-7s %(message)s")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check_discount(15.0, 20, 12.0)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check_discount(15.0, 20, 13.0)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4978907"/>
            <a:ext cx="10971885" cy="1165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Start, expected vs actual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and the verdict are logged.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On mismatch,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records both values before returning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58 / 67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C: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21792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815583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INFO    Test start: discount price=15.0 percent=20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DEBUG   expected=12.0 actual=12.0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INFO    Test passed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INFO    Test start: discount price=15.0 percent=20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DEBUG   expected=13.0 actual=12.0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ERROR   MISMATCH expected=13.0 actual=12.0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93584" y="1783080"/>
            <a:ext cx="43882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second check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13.0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expected) logs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MISMATCH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line.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Even without a failing stack trace, the log tells the whole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59 / 67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Pitfalls and Habits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Common mistakes and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60 / 67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MISTAKES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Second basicConfig call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Silently ignored if the root logger already has handlers (e.g. after a module-level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logging.warning</a:t>
            </a:r>
            <a:r>
              <a:rPr sz="1350" b="0" i="0">
                <a:solidFill>
                  <a:srgbClr val="1A1A1A"/>
                </a:solidFill>
                <a:latin typeface="Arial"/>
              </a:rPr>
              <a:t>). Use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force=True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or configure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Duplicate lines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A setup function that adds handlers is called twice, or the logger has its own handler and propagates to a root that also has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f-strings in log calls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Work, but the string is built even if the message is not emitted.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61 / 67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MISTAKES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Log and re-raise at every layer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The same error appears in the log many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Everything as INFO or ERROR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Readers and tools can no longer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Logging secrets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Passwords, tokens and personal data end up copied into bug reports and 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Libraries calling basicConfig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Helper modules should only create a logger; configuration belongs to the application.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62 / 67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Call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basicConfig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once, as early as possible, in the entry point.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Put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logger = logging.getLogger(__name__)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at the top of every module.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Use lazy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%s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formatting and include context (ids, counts, durations, values).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Log exceptions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logger.exception()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inside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and log where it is finally handled.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 runs: one setup per run, console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plus file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log values before assertions, attach logs to failure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63 / 67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Logging records what a program does while it runs. It beats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because of levels, timestamps, destinations, tracebacks and switching detail on and off without editing code.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Five levels: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(10) &lt;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(20) &lt;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WARNING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(30) &lt;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(40) &lt;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CRITICAL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(50). The default threshold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WARNING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logging.basicConfig(...)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quick setup: call it once, early, in the entry point. It is ignored if logging is already configured (use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force=True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64 / 67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Create loggers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logging.getLogger(__name__)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names form a hierarchy, children inherit levels and propagate to their parents.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pieces: logger (your API and first level gate), handler (destination plus second level gate), formatter (appearance), filter (extra rules).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lazy formatting, include meaningful context, and log exceptions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logger.exception()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inside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65 / 67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Choose levels honestly, and never log secrets or personal data.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automation: one setup per run, console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INFO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plus file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DEBUG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log steps and values before assertions, attach logs to failure reports.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Libraries and helper modules create loggers but never configure handlers; the application does the configuration.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66 / 67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Standard Library, logging module reference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https://docs.python.org/3/library/logging.html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HOWTO, Logging HOWTO (basic and advanced tutorials)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https://docs.python.org/3/howto/logging.html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HOWTO, Logging Cookbook (recipes, multiple handlers, rotation)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https://docs.python.org/3/howto/logging-cookbook.html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67 / 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5989</Words>
  <Application>Microsoft Office PowerPoint</Application>
  <PresentationFormat>Widescreen</PresentationFormat>
  <Paragraphs>762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Arial</vt:lpstr>
      <vt:lpstr>Courier New</vt:lpstr>
      <vt:lpstr>Wingdings</vt:lpstr>
      <vt:lpstr>Learners Point</vt:lpstr>
      <vt:lpstr>Logging</vt:lpstr>
      <vt:lpstr>Learning Objectives</vt:lpstr>
      <vt:lpstr>Why This Matters</vt:lpstr>
      <vt:lpstr>What Logs Answer</vt:lpstr>
      <vt:lpstr>Logs as Evidence</vt:lpstr>
      <vt:lpstr>print() vs logging</vt:lpstr>
      <vt:lpstr>The Concept</vt:lpstr>
      <vt:lpstr>What Is Logging?</vt:lpstr>
      <vt:lpstr>The Five Log Levels</vt:lpstr>
      <vt:lpstr>Threshold: Turning Detail Up and Down</vt:lpstr>
      <vt:lpstr>Default Threshold in Action</vt:lpstr>
      <vt:lpstr>Reading the Default Output</vt:lpstr>
      <vt:lpstr>Quick Start: basicConfig</vt:lpstr>
      <vt:lpstr>basicConfig Parameters</vt:lpstr>
      <vt:lpstr>basicConfig Example</vt:lpstr>
      <vt:lpstr>basicConfig: Output</vt:lpstr>
      <vt:lpstr>Useful Format Fields</vt:lpstr>
      <vt:lpstr>Trap: basicConfig Works Only Once</vt:lpstr>
      <vt:lpstr>Why the Second Call Was Ignored</vt:lpstr>
      <vt:lpstr>The Architecture</vt:lpstr>
      <vt:lpstr>How a Log Message Flows</vt:lpstr>
      <vt:lpstr>The Parts and Their Jobs</vt:lpstr>
      <vt:lpstr>Two Gates</vt:lpstr>
      <vt:lpstr>Named Loggers</vt:lpstr>
      <vt:lpstr>Logger Names Form a Tree</vt:lpstr>
      <vt:lpstr>The Module Idiom</vt:lpstr>
      <vt:lpstr>Inheritance in Action</vt:lpstr>
      <vt:lpstr>Console Plus File</vt:lpstr>
      <vt:lpstr>Why Build a Logger by Hand?</vt:lpstr>
      <vt:lpstr>build_logger: The Key Lines</vt:lpstr>
      <vt:lpstr>build_logger: Console vs File</vt:lpstr>
      <vt:lpstr>What the Builder Teaches (1 of 2)</vt:lpstr>
      <vt:lpstr>What the Builder Teaches (2 of 2)</vt:lpstr>
      <vt:lpstr>Good Log Messages</vt:lpstr>
      <vt:lpstr>Lazy %s Formatting, Not f-Strings</vt:lpstr>
      <vt:lpstr>Why Lazy Formatting Matters</vt:lpstr>
      <vt:lpstr>Include Context</vt:lpstr>
      <vt:lpstr>Log Exceptions: Not Like This</vt:lpstr>
      <vt:lpstr>Log Exceptions: Preferred Pattern</vt:lpstr>
      <vt:lpstr>Choose the Right Level</vt:lpstr>
      <vt:lpstr>Use Levels Honestly</vt:lpstr>
      <vt:lpstr>Never Log Secrets or Personal Data</vt:lpstr>
      <vt:lpstr>Where Logs Go</vt:lpstr>
      <vt:lpstr>Choosing a Destination</vt:lpstr>
      <vt:lpstr>Rotating File Handler</vt:lpstr>
      <vt:lpstr>Configuring with dictConfig</vt:lpstr>
      <vt:lpstr>Logging vs print()</vt:lpstr>
      <vt:lpstr>Logging in Test Automation</vt:lpstr>
      <vt:lpstr>Test Automation Logging (1 of 3)</vt:lpstr>
      <vt:lpstr>Log Before Asserting</vt:lpstr>
      <vt:lpstr>Test Automation Logging (2 of 3)</vt:lpstr>
      <vt:lpstr>Test Automation Logging (3 of 3)</vt:lpstr>
      <vt:lpstr>Worked Examples</vt:lpstr>
      <vt:lpstr>Example A: Minimal Script Setup</vt:lpstr>
      <vt:lpstr>Example A: Output</vt:lpstr>
      <vt:lpstr>Example B: A Test-Run Logger</vt:lpstr>
      <vt:lpstr>Example B: How It Works</vt:lpstr>
      <vt:lpstr>Example C: Steps and Evidence</vt:lpstr>
      <vt:lpstr>Example C: Output</vt:lpstr>
      <vt:lpstr>Pitfalls and Habits</vt:lpstr>
      <vt:lpstr>Common Mistakes (1 of 2)</vt:lpstr>
      <vt:lpstr>Common Mistakes (2 of 2)</vt:lpstr>
      <vt:lpstr>Best Practices</vt:lpstr>
      <vt:lpstr>Key Takeaways (1 of 3)</vt:lpstr>
      <vt:lpstr>Key Takeaways (2 of 3)</vt:lpstr>
      <vt:lpstr>Key Takeaways (3 of 3)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3</cp:revision>
  <dcterms:modified xsi:type="dcterms:W3CDTF">2026-10-18T10:23:20Z</dcterms:modified>
</cp:coreProperties>
</file>