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10/17/2026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10/17/2026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Virtual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Give each project its own private set of packages, and rebuild it anywhere from requirements.txt.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285750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python -m venv .venv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588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2460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activate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333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99124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pip install -r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2797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9373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deactivate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virtual environment is, the problem it solves, and how it works under the hood.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231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3317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a virtual environment with the standard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venv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module.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97180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288036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Activate and deactivate on Windows (PowerShell, cmd), macOS and Linux; confirm which is active.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52043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42899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Install packages into an environment and recreate it elsewhere using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06907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397763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 where to keep the environment folder, and keep it out of Git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61772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452628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the alternatives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virtualenv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conda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pipenv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poetry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at a high level.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516635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" y="50749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Troubleshoot blocked activation, the wrong interpreter, "externally managed" errors, moved folders.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Why This Matters: Dependency 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Project 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older API test suite that only works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2.25 and an older plugin.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464" y="178308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E9F1F1"/>
          </a:solidFill>
          <a:ln w="12700">
            <a:solidFill>
              <a:srgbClr val="E9F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2064" y="192024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Project 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new framework that needs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2.31 or newer.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20040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global Python has one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folder: only one version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can live there. Installing what B needs breaks A, and the reverse. This is dependency hell, and it shows up on every QE team with more than one project or tool version.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A virtual environment gives each project its own private set of installed packages. A gets 2.25, B gets 2.31. They never interfere.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Environments Give a QE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Reproducibility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plus a fresh environment lets any teammate or CI server rebuild the exact environment your tests run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Cleanliness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Your system Python stays untouched, so you cannot break your operating system's own Python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Safety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Experiment with new libraries, then delete the environment afterwards, leaving no trace.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separate workshop bench per project: reorganise one with no effect on another, or throw it away and rebuild it from a tools list in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an environment is, creating, activating, the reproducible workflow, and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What Exactly Is a Virtual Environment?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Typical contents (macOS/Linux)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.venv/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├── bin/                  &lt;- python, pip, activate scripts (Windows: Scripts\)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│   ├── python  -&gt; link to the base interpreter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│   ├── pip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│   └── activate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├── include/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├── lib/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│   └── python3.12/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│       └── site-packages/    &lt;- YOUR packages are installed here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└── pyvenv.cfg            &lt;- records the base Python and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 folder containing: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link to (or copy of) the interpreter that created it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Its own, initially nearly empty,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site-packages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Activation scripts and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pyvenv.cfg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(records the base Python)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"Virtual": not a full copy of Python. The standard library still comes from the base install.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Windows uses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Scripts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instead of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bin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Lib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instead of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lib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Running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.venv/bin/python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Python notices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pyvenv.cfg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sets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sys.prefix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the environment folder, and builds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so the environment's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searched and, by default, the global one is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825496"/>
            <a:ext cx="64008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971800"/>
            <a:ext cx="59984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print("prefix      :", sys.prefix)        # the environment folder when inside a venv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print("base_prefix :", sys.base_prefix)   # the original Python installation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print("in a venv?  :", sys.prefix != sys.base_prefix)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825496"/>
            <a:ext cx="4205325" cy="331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That is the isolation: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requests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only finds what is installed in this environment.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Inside an active environment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 a venv?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outside,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Handy for a script that refuses to run outside an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Creating an Environment with venv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venv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ships with the standard library: no extra install needed (some Debian/Ubuntu systems first need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sudo apt install python3-venv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468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Step 1: open a terminal in your project folder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43200"/>
            <a:ext cx="420624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889504"/>
            <a:ext cx="3803903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mkdir qe-foundations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cd qe-foundations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904" y="2468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Step 2: create the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904" y="274320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64784" y="2743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-m venv .venv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3832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3419856"/>
            <a:ext cx="10423245" cy="466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Courier New"/>
              </a:rPr>
              <a:t>python -m venv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Run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module as a program (the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-m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mechanism from the packages lesson).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395941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544" y="3995991"/>
            <a:ext cx="10423245" cy="67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Courier New"/>
              </a:rPr>
              <a:t>.venv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folder name: a convention. The leading dot hides it on Linux/macOS; many editors recognise it. You will also see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pick one per team.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474192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544" y="4778502"/>
            <a:ext cx="10423245" cy="67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330066"/>
                </a:solidFill>
                <a:latin typeface="Arial"/>
              </a:rPr>
              <a:t>Variants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macOS/Linux may need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python3 -m venv .venv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Windows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 -m venv .venv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Takes a few seconds; nothing is active yet.</a:t>
            </a:r>
          </a:p>
        </p:txBody>
      </p:sp>
      <p:sp>
        <p:nvSpPr>
          <p:cNvPr id="17" name="Oval 16"/>
          <p:cNvSpPr/>
          <p:nvPr/>
        </p:nvSpPr>
        <p:spPr>
          <a:xfrm>
            <a:off x="609904" y="552443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544" y="5561012"/>
            <a:ext cx="10423245" cy="67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330066"/>
                </a:solidFill>
                <a:latin typeface="Arial"/>
              </a:rPr>
              <a:t>Note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environment is tied to the Python version that created it: for 3.12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python3.12 -m venv .venv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 -3.12 -m venv .venv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Activating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ACTIVATE AND DEACTIVATE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271268"/>
        </p:xfrm>
        <a:graphic>
          <a:graphicData uri="http://schemas.openxmlformats.org/drawingml/2006/table">
            <a:tbl>
              <a:tblPr/>
              <a:tblGrid>
                <a:gridCol w="438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Platform / shell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Activate command (run from the project folder)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macOS / Linux (bash, zsh)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source .venv/bin/activate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Windows PowerShell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.venv\Scripts\Activate.ps1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Windows Command Prompt (cmd)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.venv\Scripts\activate.bat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Windows Git Bash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source .venv/Scripts/activate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fish shell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source .venv/bin/activate.fish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4297680"/>
            <a:ext cx="109718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Activation is a convenience: it puts the environment's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Scripts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folder at the front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changes your prompt,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use the ones inside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5029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Prompt after activation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5303520"/>
            <a:ext cx="27432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5449824"/>
            <a:ext cx="23408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(.venv)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864" y="5029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To leave it (every platform)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8864" y="5303520"/>
            <a:ext cx="27432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20032" y="5449824"/>
            <a:ext cx="23408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7824" y="5074920"/>
            <a:ext cx="475396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Activation is per terminal window. A new terminal starts without any environment; closing it ends activation, but the folder stays on disk.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Confirm Which Environment Is 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habit worth building: before installing anything,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03504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632703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python -c "import sys; print(sys.executable)"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895599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Other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69919"/>
            <a:ext cx="6035040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16223"/>
            <a:ext cx="5632703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macOS/Linux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which python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Windows PowerShell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Get-Command python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Windows cmd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704" y="2221991"/>
            <a:ext cx="45710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printed path should include your project's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python -m pip --version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shows pip's location, which should also be inside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You Do Not Strictly Need to Activate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Activation only adjusts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PATH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so you can call the environment's interpreter directly: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.venv/bin/python -m pip install requests        # macOS/Linux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.venv\Scripts\python.exe -m pip install requests   #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Useful in scripts, scheduled jobs and CI pipelines where activating is awkward.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VS Code and PyCharm detect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use its interpreter automatically, or select it with "Select Python Interpreter".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Working Inside an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(.venv) python -m pip install --upgrade pip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(.venv) python -m pip install requests pytest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(.venv) python -m pip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Everything from the pip lesson now happens inside the environment.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pip list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a fresh environment shows only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(and perhaps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setuptools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New packages appear only here. Switch environments (or none) and they are gone: isolation working.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python main.py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uses the environment's interpreter,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requests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finds the copy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Reproducible Workflow: Person 1 Creates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pattern every professional Python team uses. Learn it until it is automatic.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045207"/>
          </a:xfrm>
          <a:prstGeom prst="roundRect">
            <a:avLst>
              <a:gd name="adj" fmla="val 35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752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mkdir qe-foundations &amp;&amp; cd qe-foundations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init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python -m venv .venv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source .venv/bin/activate            # Windows: .venv\Scripts\Activate.ps1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python -m pip install --upgrade pip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python -m pip install requests pytest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python -m pip freeze &gt; requirements.txt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printf ".venv/\n__pycache__/\n" &gt; .gitignore    # or create the file in an editor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add requirements.txt .gitignore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commit -m "Add dependencies and gitignore"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413248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ourier New"/>
              </a:rPr>
              <a:t>printf ... &gt; .gitignore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works on macOS/Linux/Git Bash. On PowerShell create the file in an editor, or use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Set-Content .gitignore ".venv/","__pycache__/"</a:t>
            </a:r>
            <a:r>
              <a:rPr sz="140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Reproducible Workflow: Person 2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clone &lt;repository-url&gt;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cd qe-foundations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venv .venv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source .venv/bin/activate            # Windows: .venv\Scripts\Activate.ps1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pip install -r requirements.txt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pytest                     # run the tests: same environment, same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977639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E9F1F1"/>
          </a:solidFill>
          <a:ln w="12700">
            <a:solidFill>
              <a:srgbClr val="E9F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411480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SHARED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recipe: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committed to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464" y="3977639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2064" y="411480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B03A2E"/>
                </a:solidFill>
                <a:latin typeface="Arial"/>
              </a:rPr>
              <a:t>NOT SHARED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environment folder itself, which is machine-specific.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Why You Never Commit the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435608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.venv/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venv/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env/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__pycache__/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*.pyc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is large (can be hundreds of MB).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contains absolute paths and platform-specific binaries: a Windows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does not work on macOS; even moving it can break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is reproducible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nothing valuable to store.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would produce enormous noise in Git history.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should not list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If staged by accident,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rm -r --cached 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untracks it without deleting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Where Should the Environment Live?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383155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Inside the project folder (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./.venv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One environment per repo, next to the code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Simple; editors auto-detect it; our recommended default for this course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959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A central folder (for example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~/.virtualenvs/projectname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Environments stored elsewhere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Keeps projects clean; need to remember where; used by some tools like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virtualenvwrapper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pipenv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poetry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One shared environment for many projects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Convenience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Brings the original problem back; avoid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504688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Rule of thumb: one project = one environment. Two repos, two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Deleting and Recreating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Environments are disposable, so the fix for most weirdness is to rebuild: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deactivate                      # if it is active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rm -rf .venv                    # Windows PowerShell: Remove-Item -Recurse -Force .venv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python -m venv .venv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source .venv/bin/activate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python -m pip install -r requirements.txt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Deleting an environment never touches your source code: they are separate folders.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This "turn it off and on again" is a powerful technique when a dependency state is unclear.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Useful venv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venv .venv --upgrade-deps     # upgrade pip (and setuptools where included) right after creation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venv .venv --system-site-packages   # allow the environment to also see global packages (rarely wanted)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venv .venv --clear            # empty an existing environment folder and recreate it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python -m venv --help                   # list all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Environment Variables and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 · SAFETY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projects often need credentials (API keys, test-account passwords).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423160"/>
            <a:ext cx="10971885" cy="731520"/>
          </a:xfrm>
          <a:prstGeom prst="roundRect">
            <a:avLst>
              <a:gd name="adj" fmla="val 11249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2560320"/>
            <a:ext cx="105146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Never hard-code secrets into code or commit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29000"/>
            <a:ext cx="1097188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them from environment variables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os.environ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built-in modules lesson).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Or from a local file listed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(for example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.env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virtual environment does not manage secrets; it only manages Python packages.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Alternatives and Related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 · AWARENESS LEVEL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895344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When you meet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venv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Standard library module; what we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Everywhere; the baseline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virtualenv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Third-party predecessor of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venv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; faster, more options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Older projects, tooling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conda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mamba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Environment and package manager for Python and non-Python software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Data science teams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pipenv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poetry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pdm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Higher-level tools that combine environment creation, dependency resolution and lock files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Teams that want lock files and publishing support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uv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 newer, very fast tool that can create environments and install packages with pip-compatible commands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Increasingly common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pyenv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Manages multiple Python versions (not environments, though they pair well)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When projects need different Python versions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tox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nox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 tests across many environments automatically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Libraries and CI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Docker containers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Isolate the whole operating-system environment, not just Python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CI and deployment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779007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All solve isolation and reproducibility. Understand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venv</a:t>
            </a:r>
            <a:r>
              <a:rPr sz="1300" b="0" i="0">
                <a:solidFill>
                  <a:srgbClr val="5A5A5A"/>
                </a:solidFill>
                <a:latin typeface="Arial"/>
              </a:rPr>
              <a:t> +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pip</a:t>
            </a:r>
            <a:r>
              <a:rPr sz="1300" b="0" i="0">
                <a:solidFill>
                  <a:srgbClr val="5A5A5A"/>
                </a:solidFill>
                <a:latin typeface="Arial"/>
              </a:rPr>
              <a:t> + </a:t>
            </a:r>
            <a:r>
              <a:rPr sz="1250" b="0" i="0">
                <a:solidFill>
                  <a:srgbClr val="5A5A5A"/>
                </a:solidFill>
                <a:latin typeface="Courier New"/>
              </a:rPr>
              <a:t>requirements.txt</a:t>
            </a:r>
            <a:r>
              <a:rPr sz="1300" b="0" i="0">
                <a:solidFill>
                  <a:srgbClr val="5A5A5A"/>
                </a:solidFill>
                <a:latin typeface="Arial"/>
              </a:rPr>
              <a:t> and you can learn any of them quickly.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Troubleshooting Guide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3742943"/>
        </p:xfrm>
        <a:graphic>
          <a:graphicData uri="http://schemas.openxmlformats.org/drawingml/2006/table">
            <a:tbl>
              <a:tblPr/>
              <a:tblGrid>
                <a:gridCol w="394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Likely 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50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PowerShell: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...Activate.ps1 cannot be loaded because running scripts is disabled on this system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PowerShell execution policy blocks scripts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Run once: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Set-ExecutionPolicy -Scope CurrentUser -ExecutionPolicy RemoteSigned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or use Command Prompt (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activate.bat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), or skip activation and call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.venv\Scripts\python.exe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directly. On managed company laptops follow IT's guidance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The virtual environment was not created successfully because ensurepip is not available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(Debian/Ubuntu)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The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venv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package is missing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sudo apt install python3-venv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Prompt shows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(.venv)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but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runs the wrong 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PATH quirks, or an alias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Check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which python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sys.executable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; recreate; call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.venv/bin/python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directly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ModuleNotFoundError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for something you installed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Environment not active when installing, or not active when running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Activate, then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pip list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to confirm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Troubleshooting Guide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4151122"/>
        </p:xfrm>
        <a:graphic>
          <a:graphicData uri="http://schemas.openxmlformats.org/drawingml/2006/table">
            <a:tbl>
              <a:tblPr/>
              <a:tblGrid>
                <a:gridCol w="394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Likely 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42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Environment stopped working after moving/renaming the folder or upgrading Python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Environments hold absolute paths and point to the original interpreter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Delete and recreate from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requirements.txt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error: externally-managed-environment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You ran pip without an active environment on an OS-managed Python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Create and activate a venv first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Editor still flags unresolved imports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Editor is using a different interpreter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Select the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.venv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interpreter in the editor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status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shows thousands of files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.venv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was not ignored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Add to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.gitignore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;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rm -r --cached .venv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deactivate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not found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 environment is active in this terminal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Nothing to do; it only exists after activation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42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Works locally, fails in CI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CI environment differs (Python version, missing dependency in requirements)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Pin the Python version; re-generate requirements from a clean 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Good Habits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256" y="1691639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environment per project, created inside the project folder as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86584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" y="2295144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Always check the active interpreter before installing.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90088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" y="2898648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Install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93591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256" y="3502151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current: update it whenever you add, remove or upgrade a dependency.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97096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256" y="4105656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Commit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ignore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4800600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256" y="4709160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Document setup in the README (copy-pasteable commands for Windows and macOS/Linux).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404104"/>
            <a:ext cx="365760" cy="36576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0256" y="5312664"/>
            <a:ext cx="1044153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 your instructions: delete and recreate the environment from scratch at least once before sharing.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Reporting the environment, guarding a test run, proving isolation, and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1: env_info.py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3973068"/>
          </a:xfrm>
          <a:prstGeom prst="roundRect">
            <a:avLst>
              <a:gd name="adj" fmla="val 18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3680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"""env_info.py - print facts about the Python environment running this script."""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in_virtual_environment():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"""True when running inside a venv created by the standard library."""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sys.prefix != sys.base_prefix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print("Python version  :", sys.version.split()[0])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print("Executable      :", sys.executable)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print("Environment     :", sys.prefix)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print("Base Python     :", sys.base_prefix)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print("Inside a venv?  :", in_virtual_environment())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print("First sys.path entries:")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for entry in sys.path[:4]: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print("   ", entry)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main()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sys.version.split()[0]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First word of the long version string (e.g.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3.12.3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669794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sys.executable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interpreter running this script: the most reliable "which Python am I?"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6817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718369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prefix</a:t>
            </a:r>
            <a:r>
              <a:rPr sz="1300" b="1" i="0">
                <a:solidFill>
                  <a:srgbClr val="330066"/>
                </a:solidFill>
                <a:latin typeface="Arial"/>
              </a:rPr>
              <a:t> vs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base_prefix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Differ only inside a virtual environment: the standard test.</a:t>
            </a:r>
          </a:p>
        </p:txBody>
      </p:sp>
      <p:sp>
        <p:nvSpPr>
          <p:cNvPr id="12" name="Oval 11"/>
          <p:cNvSpPr/>
          <p:nvPr/>
        </p:nvSpPr>
        <p:spPr>
          <a:xfrm>
            <a:off x="8199424" y="45319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64" y="4568507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sys.path[:4]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first four entries, to keep output short.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1: Typical Activated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it twice, deactivated and activated, and compare. Paths will differ: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426207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2133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version  : 3.12.3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Executable      : /home/you/qe-foundations/.venv/bin/python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Environment     : /home/you/qe-foundations/.venv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Base Python     : /usr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Inside a venv?  : True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First sys.path entries: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/home/you/qe-foundations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/usr/lib/python312.zip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/usr/lib/python3.12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/usr/lib/python3.12/lib-dynload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2: Guard a Test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Some teams put this at the top of a "run everything" script so nobody runs tests with random global packages: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23744"/>
            <a:ext cx="64008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670048"/>
            <a:ext cx="5998464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if sys.prefix == sys.base_prefix: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sys.exit("Please activate the project's virtual environment first (see README).")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print("Environment OK; starting tests...")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523744"/>
            <a:ext cx="42053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sys.exit("message")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the message to standard error and exits with a non-zero status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3: Proving Isolation (Lab)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1. Create two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venv env_a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python -m venv env_b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138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2. Install different versions (Windows: env_a\Scripts\python.exe)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88207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34512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env_a/bin/python -m pip install requests==2.31.0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env_b/bin/python -m pip install requests==2.32.3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044695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3. Ask each for its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319015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4465320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env_a/bin/python -c "import requests; print(requests.__version__)"   # 2.31.0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env_b/bin/python -c "import requests; print(requests.__version__)"   # 2.32.3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5733288"/>
            <a:ext cx="1097188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Two projects, two versions of the same library, no conflict. Delete the lab with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rm -rf env_a env_b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afterwards.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4: Onboarding in Ten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README excerpt you might write for your Project 1 repository: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1801368"/>
          </a:xfrm>
          <a:prstGeom prst="roundRect">
            <a:avLst>
              <a:gd name="adj" fmla="val 4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## Setup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1. Clone the repository and open a terminal in its folder.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2. Create an environment:  `python -m venv .venv`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3. Activate it: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- macOS/Linux: `source .venv/bin/activate`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- Windows PowerShell: `.venv\Scripts\Activate.ps1`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4. Install dependencies: `python -m pip install -r requirements.txt`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5. Verify: `python env_info.py` should print `Inside a venv?  : True`.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README that works first time, for every new person, is a mark of a professional QE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In your own words, what problem do virtual environments solve? Give a QE example.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6829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41448"/>
            <a:ext cx="10423245" cy="53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Is a virtual environment a full copy of Python? What does it contain and what does it borrow?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0730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80460"/>
            <a:ext cx="10423245" cy="53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Write the exact commands to (a) create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(b) activate it on your OS, (c) confirm it is active, (d) deactivate it.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84632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919473"/>
            <a:ext cx="10423245" cy="53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Your teammate commits their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folder to Git. List three problems this causes and the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After activating, you run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install pytest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but later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-m pytest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says "No module named pytest". Two likely explanations, and how to verify each?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06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79370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Does an environment have to be activated to be used? Show how to run a script with it without activating.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29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65932"/>
            <a:ext cx="10423245" cy="1006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Hands-on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env_lab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make a venv, activate it, install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run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env_info.py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save the list to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Delete the venv, recreate it, restore from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verify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list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You moved your project folder; now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.venv/bin/pip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fails with "bad interpreter: No such file or directory". Why? What do you do?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522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888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Design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Three repositories: an API test suite, a UI test suite, and a shared QA library. How many environments, and why?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721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758057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Challenge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require_venv()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that raises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RuntimeError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a helpful message if not inside a virtual environment, and a snippet that calls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Each project gets an isolated set of packages, so conflicting version needs coexist and environments are recreated reliably. QE: the old API suite needs an older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the new framework a newer one.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0372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76881"/>
            <a:ext cx="1042324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No. It contains its own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a link to the base interpreter, scripts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pyvenv.cfg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 It borrows the interpreter and standard library.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2437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97530"/>
            <a:ext cx="1042324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(a)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python -m venv .venv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(b)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source .venv/bin/activate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; PowerShell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.venv\Scripts\Activate.ps1</a:t>
            </a:r>
            <a:r>
              <a:rPr sz="1350" b="0" i="0">
                <a:solidFill>
                  <a:srgbClr val="1A1A1A"/>
                </a:solidFill>
                <a:latin typeface="Arial"/>
              </a:rPr>
              <a:t>; cmd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.venv\Scripts\activate.bat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(c) prompt shows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(.venv)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sys.executable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points inside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(d)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deactivate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502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8179"/>
            <a:ext cx="1042324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Huge; machine-specific paths and binaries break elsewhere; history clutter, conflicts, slow clones. Fix: add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.venv/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rm -r --cached .venv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commit; share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A7 (macOS/Linux)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937760" cy="2304288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53542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mkdir env_lab &amp;&amp; cd env_lab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-m venv .venv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source .venv/bin/activate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-m pip install requests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env_info.py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-m pip freeze &gt; requirements.txt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deactivate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rm -rf .venv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-m venv .venv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source .venv/bin/activate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-m pip install -r requirements.txt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python -m pip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A5: (1) installed into a different environment (check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python -m pip list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sys.executable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); (2) different shells, or deactivated in between. Also: a bare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pip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from another Python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pip --version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A6: No, activation is a convenience. Run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.venv/bin/python script.py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.venv\Scripts\python.exe script.py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A8: scripts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pyvenv.cfg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record absolute paths. Delete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.venv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recreate it in the new location,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pip install -r requirements.txt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A9: three, one per repo, each with its own requirements; test suites install the shared library (e.g.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pip install -e ../qa-library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 Dependencies isolated, code shared.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(3 of 3): A10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import sys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require_venv():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sys.prefix == sys.base_prefix: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raise RuntimeError(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"Not running inside a virtual environment. 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"Create one with 'python -m venv .venv' and activate it."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require_venv()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print("Running safely inside a virtual environment.")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exceptions are covered properly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virtual environment is an isolated folder with its own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site-packages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a launcher that uses it: it solves version conflicts and enables reproducible setups.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venv .venv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activate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source .venv/bin/activate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.venv\Scripts\Activate.ps1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activate.bat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leave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deactivate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verify the active interpreter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sys.executable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before installing;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the environment.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Share the recipe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not the environment: add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.venv/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Environments are disposable: if something is wrong, delete and recreate.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project, one environment. conda, poetry, uv and pipenv are variations on the same idea.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lesson: a tour of built-in modules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random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you can use without installing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 - Virtual Environments and Packages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https://docs.python.org/3/tutorial/venv.html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venv module reference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https://docs.python.org/3/library/venv.html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Packaging User Guide - Installing packages using pip and virtual environments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https://packaging.python.org/en/latest/guides/installing-using-pip-and-virtual-environments/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4507</Words>
  <Application>Microsoft Office PowerPoint</Application>
  <PresentationFormat>Widescreen</PresentationFormat>
  <Paragraphs>538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Courier New</vt:lpstr>
      <vt:lpstr>Wingdings</vt:lpstr>
      <vt:lpstr>Learners Point</vt:lpstr>
      <vt:lpstr>Virtual Environments</vt:lpstr>
      <vt:lpstr>Learning Objectives</vt:lpstr>
      <vt:lpstr>Why This Matters: Dependency Hell</vt:lpstr>
      <vt:lpstr>What Environments Give a QE Team</vt:lpstr>
      <vt:lpstr>The Concept</vt:lpstr>
      <vt:lpstr>What Exactly Is a Virtual Environment?</vt:lpstr>
      <vt:lpstr>How Does It Work?</vt:lpstr>
      <vt:lpstr>Creating an Environment with venv</vt:lpstr>
      <vt:lpstr>Activating</vt:lpstr>
      <vt:lpstr>Confirm Which Environment Is Active</vt:lpstr>
      <vt:lpstr>You Do Not Strictly Need to Activate</vt:lpstr>
      <vt:lpstr>Working Inside an Environment</vt:lpstr>
      <vt:lpstr>Reproducible Workflow: Person 1 Creates</vt:lpstr>
      <vt:lpstr>Reproducible Workflow: Person 2 Joins</vt:lpstr>
      <vt:lpstr>Why You Never Commit the Environment</vt:lpstr>
      <vt:lpstr>Where Should the Environment Live?</vt:lpstr>
      <vt:lpstr>Deleting and Recreating</vt:lpstr>
      <vt:lpstr>Useful venv Options</vt:lpstr>
      <vt:lpstr>Environment Variables and Secrets</vt:lpstr>
      <vt:lpstr>Alternatives and Related Tools</vt:lpstr>
      <vt:lpstr>Troubleshooting Guide (1 of 2)</vt:lpstr>
      <vt:lpstr>Troubleshooting Guide (2 of 2)</vt:lpstr>
      <vt:lpstr>Good Habits Checklist</vt:lpstr>
      <vt:lpstr>Code Examples</vt:lpstr>
      <vt:lpstr>Example 1: env_info.py</vt:lpstr>
      <vt:lpstr>Example 1: Typical Activated Output</vt:lpstr>
      <vt:lpstr>Example 2: Guard a Test Run</vt:lpstr>
      <vt:lpstr>Example 3: Proving Isolation (Lab)</vt:lpstr>
      <vt:lpstr>Example 4: Onboarding in Ten Minutes</vt:lpstr>
      <vt:lpstr>Practice</vt:lpstr>
      <vt:lpstr>Practice Questions (1 of 3)</vt:lpstr>
      <vt:lpstr>Practice Questions (2 of 3)</vt:lpstr>
      <vt:lpstr>Practice Questions (3 of 3)</vt:lpstr>
      <vt:lpstr>Answers (1 of 3)</vt:lpstr>
      <vt:lpstr>Answers (2 of 3)</vt:lpstr>
      <vt:lpstr>Answers (3 of 3): A10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2026-10-17T09:30:24Z</dcterms:modified>
</cp:coreProperties>
</file>