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10/18/2026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10/18/2026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Python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Organise many modules into an importable hierarchy, give it a clean public API, and make it installable.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module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863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44394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package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3313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98899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subpackage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4768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13449" y="3520439"/>
            <a:ext cx="18973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distribution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Define a Python package and explain how it differs from a single module.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50008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258568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Create a package folder with an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file and import modules from it.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82549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2734056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absolute and relative imports correctly inside a package.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30098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20954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build a clean public interface for your package.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377647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368503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Create subpackages and understand dotted paths such as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qa_toolkit.data.loaders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" y="425196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6832" y="41605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Run a module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and make a package runnable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__main__.py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609904" y="4727448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32" y="4636008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Distinguish package, distribution and project; basics of installing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pyproject.toml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609904" y="520293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6832" y="5111496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Structure a realistic QA utility library and avoid common packaging mistakes.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151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 dirty="0">
                <a:solidFill>
                  <a:srgbClr val="1A1A1A"/>
                </a:solidFill>
                <a:latin typeface="Arial"/>
              </a:rPr>
              <a:t>One file equals one module: enough for three or four helpers. A real framework has dozens: API helpers, UI page objects, data factories, database checks, report formatters. One folder becomes unmanageable and name clashes become likely.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 dirty="0">
                <a:solidFill>
                  <a:srgbClr val="1A1A1A"/>
                </a:solidFill>
                <a:latin typeface="Arial"/>
              </a:rPr>
              <a:t>Packages </a:t>
            </a:r>
            <a:r>
              <a:rPr sz="1600" b="0" i="0" dirty="0" err="1">
                <a:solidFill>
                  <a:srgbClr val="1A1A1A"/>
                </a:solidFill>
                <a:latin typeface="Arial"/>
              </a:rPr>
              <a:t>organise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 many modules into a hierarchy, like folders </a:t>
            </a:r>
            <a:r>
              <a:rPr sz="1600" b="0" i="0" dirty="0" err="1">
                <a:solidFill>
                  <a:srgbClr val="1A1A1A"/>
                </a:solidFill>
                <a:latin typeface="Arial"/>
              </a:rPr>
              <a:t>organise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 files. They are also how code is shared: every library you </a:t>
            </a:r>
            <a:r>
              <a:rPr sz="1550" b="0" i="0" dirty="0">
                <a:solidFill>
                  <a:srgbClr val="330066"/>
                </a:solidFill>
                <a:latin typeface="Courier New"/>
              </a:rPr>
              <a:t>pip install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 (</a:t>
            </a:r>
            <a:r>
              <a:rPr sz="1550" b="0" i="0" dirty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 dirty="0" err="1">
                <a:solidFill>
                  <a:srgbClr val="330066"/>
                </a:solidFill>
                <a:latin typeface="Courier New"/>
              </a:rPr>
              <a:t>pytest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 dirty="0">
                <a:solidFill>
                  <a:srgbClr val="330066"/>
                </a:solidFill>
                <a:latin typeface="Courier New"/>
              </a:rPr>
              <a:t>selenium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) is a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4800600"/>
            <a:ext cx="10971885" cy="1060704"/>
          </a:xfrm>
          <a:prstGeom prst="roundRect">
            <a:avLst>
              <a:gd name="adj" fmla="val 7758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4937760"/>
            <a:ext cx="1051468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module is a document; a package is a filing cabinet drawer of related documents, possibly with labelled folders (subpackages) inside.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pulls out exactly the document you need by its filing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Packages, __init__.py, absolute and relative imports, python -m, subpackages and installable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 Package?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directory of Python modules (and optionally other directories of modules), importable as a unit. Traditionally marked by an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package (a folder)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694944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6547103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qa_toolkit/              &lt;- the package (a folder)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├── __init__.py          &lt;- marks it as a package; runs on import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├── validators.py        &lt;- a module inside the package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└── formatters.py        &lt;- another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066031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Importing from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340351"/>
            <a:ext cx="694944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486656"/>
            <a:ext cx="654710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import qa_toolkit.validators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qa_toolkit import formatters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qa_toolkit.validators import is_valid_email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5104" y="2523744"/>
            <a:ext cx="365668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dotted path mirrors the folder structure.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qa_toolkit.validators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means the module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validators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inside the package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733546"/>
        </p:xfrm>
        <a:graphic>
          <a:graphicData uri="http://schemas.openxmlformats.org/drawingml/2006/table">
            <a:tbl>
              <a:tblPr/>
              <a:tblGrid>
                <a:gridCol w="307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A single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.py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 folder of modules, importable with dotted names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Subpackage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 package nested inside another 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__init__.py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The file that runs when the package is imported; marks the folder as a regular 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Namespace 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A folder without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__init__.py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that Python can still treat as a package (advanced; see note below)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5001768"/>
            <a:ext cx="10971885" cy="1051560"/>
          </a:xfrm>
          <a:prstGeom prst="roundRect">
            <a:avLst>
              <a:gd name="adj" fmla="val 7826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5138928"/>
            <a:ext cx="10514685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REGULAR VS NAMESPACE PACKAGES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Since Python 3.3 a folder without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can be a namespace package (one logical package split across locations). For your own projects always include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explicit intent, fewer tool surprises, and a home for the public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Building qa_toolkit: Layout and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packages_lab/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1435607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1142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packages_lab/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├── qa_toolkit/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│   ├── __init__.py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│   ├── validators.py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│   └── formatters.py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└── demo.py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675887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macOS/Linux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950207"/>
            <a:ext cx="640080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096511"/>
            <a:ext cx="5998464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mkdir -p packages_lab/qa_toolkit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cd packages_lab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touch qa_toolkit/__init__.py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997195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Windows PowerShell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5271515"/>
            <a:ext cx="640080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5417819"/>
            <a:ext cx="5998464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mkdir packages_lab\qa_toolkit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cd packages_lab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New-Item qa_toolkit\__init__.py -ItemType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Create a working folder (for example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packages_lab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Step 1: create the folder and an empty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An empty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perfectly valid: it simply says "this folder is a package".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Step 2: Add validators.py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qa_toolkit/validators.py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2959607"/>
          </a:xfrm>
          <a:prstGeom prst="roundRect">
            <a:avLst>
              <a:gd name="adj" fmla="val 247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266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"""Validation helpers."""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is_valid_email(email):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"""Simple email check: one '@', text before it, a dot in the domain."""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if not isinstance(email, str) or email.count("@") != 1: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return False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local, domain = email.split("@")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bool(local) and "." in domain and not domain.startswith(".") and not domain.endswith(".")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is_non_empty(text):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"""True for strings that contain something other than whitespace."""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isinstance(text, str) and text.strip() != ""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Step 2: Add formatters.py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qa_toolkit/formatters.py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2807208"/>
          </a:xfrm>
          <a:prstGeom prst="roundRect">
            <a:avLst>
              <a:gd name="adj" fmla="val 26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"""Formatting helpers for test reports."""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format_result(name, passed):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"""Return a single report line such as 'PASS  login works'."""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status = "PASS" if passed else "FAIL"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f"{status}  {name}"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format_summary(results):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"""Given a dict {test_name: bool}, return a multi-line summary string."""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lines = [format_result(name, ok) for name, ok in results.items()]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passed = sum(1 for ok in results.values() if ok)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lines.append(f"{passed}/{len(results)} passed")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"\n".join(lines)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results.items()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Yields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(name, ok)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pairs from the dictionary.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List comprehension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Builds one formatted line per test.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483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519932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sum(1 for ok in ... if ok)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Counts how many values are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by adding 1 for each truthy value.</a:t>
            </a:r>
          </a:p>
        </p:txBody>
      </p:sp>
      <p:sp>
        <p:nvSpPr>
          <p:cNvPr id="13" name="Oval 12"/>
          <p:cNvSpPr/>
          <p:nvPr/>
        </p:nvSpPr>
        <p:spPr>
          <a:xfrm>
            <a:off x="8199424" y="45319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64" y="4568507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"\n".join(lines)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Glues the lines with newline characters into one string.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Step 3: Use the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demo.py (next to the qa_toolkit folder, not inside 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766560" cy="1938527"/>
          </a:xfrm>
          <a:prstGeom prst="roundRect">
            <a:avLst>
              <a:gd name="adj" fmla="val 377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364224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qa_toolkit import validators, formatters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results = {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"valid email accepted": validators.is_valid_email("a@b.com"),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"bad email rejected": not validators.is_valid_email("a@@b.com"),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"empty string rejected": not validators.is_non_empty("   "),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print(formatters.format_summary(results))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Run from packages_lab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42224" y="2057400"/>
            <a:ext cx="384048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5104" y="20574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python demo.py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224" y="2743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2224" y="3017520"/>
            <a:ext cx="384048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43392" y="3163824"/>
            <a:ext cx="3438144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PASS  valid email accepted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PASS  bad email rejected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PASS  empty string rejected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3/3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4270247"/>
            <a:ext cx="10971885" cy="1060704"/>
          </a:xfrm>
          <a:prstGeom prst="roundRect">
            <a:avLst>
              <a:gd name="adj" fmla="val 7758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" y="4407407"/>
            <a:ext cx="1051468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WHY DOES THIS WORK?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folder containing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demo.py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sys.path[0]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Inside it Python finds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an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so it is a package;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validators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formatters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are then found as modules inside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Three Ways to Import from a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471928"/>
          </a:xfrm>
          <a:prstGeom prst="roundRect">
            <a:avLst>
              <a:gd name="adj" fmla="val 29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179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(a) import the full dotted path; use the full dotted name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qa_toolkit.validators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qa_toolkit.validators.is_valid_email("a@b.com")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(b) import a module from the package; use module.function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qa_toolkit import validators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validators.is_valid_email("a@b.com")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(c) import a specific function; use it directly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qa_toolkit.validators import is_valid_email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is_valid_email("a@b.com")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(a) full dotted path: use the full dotted name.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(b) a module from the package: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module.function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(c) a specific function: use it directly.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Subtle point about (a): it binds only the top-level name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so you write the full path when calling.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import qa_toolkit.validators as qv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gives a shorter handle.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__init__.py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Importing a package runs its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(once, like any module). Names defined there become attributes of the package. Three uses: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60604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642616"/>
            <a:ext cx="4389120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Mark the folder as a package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empty file. The simplest and often sufficient.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52761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564191"/>
            <a:ext cx="4389120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Documentation and metadata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docstring and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__version__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string (a common convention).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444919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4485767"/>
            <a:ext cx="4389120" cy="498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Re-export names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Create a friendly public API (next slide).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4864" y="2606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Use 2: qa_toolkit/__init__.py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4864" y="2880360"/>
            <a:ext cx="5576925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06032" y="3026664"/>
            <a:ext cx="517458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"""qa_toolkit - small helpers for QA automation."""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__version__ = "0.1.0"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4864" y="3950207"/>
            <a:ext cx="557692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import qa_toolkit; print(qa_toolkit.__version__)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prints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0.1.0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Use 3: Re-export a Friendly Public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qa_toolkit/__init__.py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583680" cy="2670047"/>
          </a:xfrm>
          <a:prstGeom prst="roundRect">
            <a:avLst>
              <a:gd name="adj" fmla="val 273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181344" cy="2377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"""qa_toolkit - small helpers for QA automation."""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qa_toolkit.validators import is_valid_email, is_non_empty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qa_toolkit.formatters import format_result, format_summary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__version__ = "0.1.0"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__all__ = [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"is_valid_email",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"is_non_empty",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"format_result",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"format_summary",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910327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Now callers can 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5184647"/>
            <a:ext cx="65836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5330951"/>
            <a:ext cx="618134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qa_toolkit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print(qa_toolkit.is_valid_email("a@b.com"))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print(qa_toolkit.format_result("smoke", True))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Users should not need to remember which internal file holds which function.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Well-known libraries do this: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requests; requests.get(...)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not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requests.api.get(...)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1A1A1A"/>
                </a:solidFill>
                <a:latin typeface="Arial"/>
              </a:rPr>
              <a:t>Guidelines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Keep it light: fast import, no network calls or big file reads.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Re-export deliberately, not with a blanket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from x import *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Define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__all__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so tools know what is public.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Absolute vs Relative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Absolute: the full path from the top-level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315200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912864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inside qa_toolkit/formatters.py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qa_toolkit.validators import is_non_empty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138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Relative: dots mean relative to my own 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188207"/>
            <a:ext cx="73152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34512"/>
            <a:ext cx="69128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C8A8A"/>
                </a:solidFill>
                <a:latin typeface="Courier New"/>
              </a:rPr>
              <a:t># inside qa_toolkit/formatters.py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.validators import is_non_empty       # one dot  = this package (same folder)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. import validators                    # import a sibling module itself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..other_pkg import something           # two dots = parent 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0864" y="1783080"/>
            <a:ext cx="32909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Inside a package, one module often needs another module in the same package.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Both examples live inside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qa_toolkit/formatters.py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Relative Import Dots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1565910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7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Dots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The current package (the folder this file is in)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The parent package (one folder up)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...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Grandparent (two levels up)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3794760"/>
            <a:ext cx="10971885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Which to use? PEP 8 recommends absolute imports as the default (explicit, readable) and accepts relative imports for complex layouts. Relative imports keep working if you rename the top-level package.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Pick one style per project and be consistent. This course favours absolute imports in application code and allows relative imports inside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0066"/>
                </a:solidFill>
              </a:rPr>
              <a:t>Relative Imports Only Work Inside a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file must be imported as part of the package (or run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-m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 Running it directly as a script: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331720"/>
            <a:ext cx="475488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784" y="23317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python qa_toolkit/formatters.py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3063239"/>
            <a:ext cx="10971885" cy="505968"/>
          </a:xfrm>
          <a:prstGeom prst="roundRect">
            <a:avLst>
              <a:gd name="adj" fmla="val 14457"/>
            </a:avLst>
          </a:prstGeom>
          <a:solidFill>
            <a:srgbClr val="FBEDE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3209544"/>
            <a:ext cx="10569549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ImportError: attempted relative import with no known parent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3886200"/>
            <a:ext cx="109718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directly, the file's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__name__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"__main__"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not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"qa_toolkit.formatters"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so Python does not know it belongs to a package. The fix is to run it as a module (next section).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Running Code Inside a Package: python -m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-m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means: treat this dotted name as a module and run it, with the current directory on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331720"/>
            <a:ext cx="10971885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78024"/>
            <a:ext cx="10569549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from packages_lab/ (the folder that CONTAINS qa_toolkit)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python -m qa_toolkit.formatters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24612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Python imports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qa_toolkit.formatters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properly as part of its package (so relative imports work) and runs it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__name__ == "__main__"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069080"/>
            <a:ext cx="10971885" cy="1362456"/>
          </a:xfrm>
          <a:prstGeom prst="roundRect">
            <a:avLst>
              <a:gd name="adj" fmla="val 604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06240"/>
            <a:ext cx="1051468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HARMLESS WARNING YOU MAY SEE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already imports that module, Python prints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RuntimeWarning: 'qa_toolkit.formatters' found in sys.modules after import of package...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The code still runs.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qa_toolkit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(whole package) does not have this issue.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pytest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use the same mechanism.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Making a Package Runnable: __main__.py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qa_toolkit/__main__.py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2769107"/>
          </a:xfrm>
          <a:prstGeom prst="roundRect">
            <a:avLst>
              <a:gd name="adj" fmla="val 26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2476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"""Allows:  python -m qa_toolkit"""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qa_toolkit import __version__, format_summary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main():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sample = {"smoke test": True, "login test": False}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print(f"qa_toolkit {__version__}")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print(format_summary(sample))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if __name__ == "__main__":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main()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If a package contains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__main__.py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then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package_name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runs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neat way to give a package a command-line entry point: a "check my environment" tool or a "run the data validator" utility.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76464" y="4251960"/>
            <a:ext cx="4206240" cy="457200"/>
          </a:xfrm>
          <a:prstGeom prst="roundRect">
            <a:avLst>
              <a:gd name="adj" fmla="val 18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59344" y="425196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30066"/>
                </a:solidFill>
                <a:latin typeface="Courier New"/>
              </a:rPr>
              <a:t>python -m qa_toolkit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6464" y="4892040"/>
            <a:ext cx="420624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7632" y="5038344"/>
            <a:ext cx="3803903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qa_toolkit 0.1.0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PASS  smoke test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FAIL  login test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1/2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Subpackages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206240" cy="2388107"/>
          </a:xfrm>
          <a:prstGeom prst="roundRect">
            <a:avLst>
              <a:gd name="adj" fmla="val 30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3803903" cy="2095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qa_toolkit/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├── __init__.py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├── validators.py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├── formatters.py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├── data/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│   ├── __init__.py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│   ├── generators.py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│   └── loaders.py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└── api/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├── __init__.py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└── checks.py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904" y="1783080"/>
            <a:ext cx="6399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As the library grows, group related modules into subpackages.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subpackage folder also needs its own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Design tip: do not nest too deeply. "Flat is better than nested" (The Zen of Python; try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import this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Two levels is plenty for most QE libraries.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Group by responsibility (data, api, reporting), not by file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Importing Across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From outside the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qa_toolkit.data.generators import make_user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qa_toolkit.api import checks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import qa_toolkit.data.loaders as loaders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17296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Inside qa_toolkit/api/checks.py, reaching a top-level sibling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447287"/>
            <a:ext cx="10971885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93591"/>
            <a:ext cx="10569549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qa_toolkit.validators import is_valid_email   # absolute (preferred)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.. import validators                           # relative: go up one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Realistic QA Project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2639568"/>
          </a:xfrm>
          <a:prstGeom prst="roundRect">
            <a:avLst>
              <a:gd name="adj" fmla="val 277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2346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qe-foundations/                 &lt;- repository root (Git repo)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├── README.md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├── .gitignore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├── requirements.txt            &lt;- dependencies (see the pip lesson)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├── pyproject.toml              &lt;- optional now; makes the project installable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├── src/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│   └── qa_toolkit/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│       ├── __init__.py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│       ├── validators.py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│       └── formatters.py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├── tests/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│   └── test_validators.py      &lt;- unit tests (introduced Wednesday)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└── data/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└── sample_users.csv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Library vs the rest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Separates importable library code from tests, docs and configuration.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2868231"/>
            <a:ext cx="2833725" cy="1244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Why </a:t>
            </a:r>
            <a:r>
              <a:rPr sz="1250" b="1" i="0">
                <a:solidFill>
                  <a:srgbClr val="330066"/>
                </a:solidFill>
                <a:latin typeface="Courier New"/>
              </a:rPr>
              <a:t>src/</a:t>
            </a:r>
            <a:r>
              <a:rPr sz="1300" b="1" i="0">
                <a:solidFill>
                  <a:srgbClr val="330066"/>
                </a:solidFill>
                <a:latin typeface="Arial"/>
              </a:rPr>
              <a:t>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"src layout": you cannot accidentally import the package from the working directory without installing it, so tests exercise what users install.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427710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4313682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Flat layout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qa_toolkit/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at the root works for small learning projects and is used in the exercises.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Making Your Package Installable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 · PYPROJECT.TOML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pyproject.toml (minimal, setuptools)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2304288"/>
          </a:xfrm>
          <a:prstGeom prst="roundRect">
            <a:avLst>
              <a:gd name="adj" fmla="val 31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[build-system]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requires = ["setuptools&gt;=61"]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build-backend = "setuptools.build_meta"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[project]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name = "qa-toolkit"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version = "0.1.0"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description = "Small helpers for QA automation"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requires-python = "&gt;=3.9"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[tool.setuptools.packages.find]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= ["src"]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[build-system]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Tells pip which tool builds the package.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[project]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Metadata. Distribution name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qa-toolkit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(pip) can differ from import name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(must be an identifier).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88023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91680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packages.find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where = ["src"]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tells setuptools to look for packages in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src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Editable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From the project root, with a virtual environment active: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EDE6F5"/>
          </a:solidFill>
          <a:ln w="12700">
            <a:solidFill>
              <a:srgbClr val="EDE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784" y="224028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330066"/>
                </a:solidFill>
                <a:latin typeface="Courier New"/>
              </a:rPr>
              <a:t>python -m pip install -e 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54680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-e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5120" y="3063240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Editable (development) mode: pip links to your source folder, so code changes are visible with no reinstall.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49040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5120" y="3657600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project in the current directory.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343400"/>
            <a:ext cx="420624" cy="420624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20" y="4251960"/>
            <a:ext cx="103866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After this,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import qa_toolkit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works from any folder while that environment is active.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4892040"/>
            <a:ext cx="10971885" cy="1060704"/>
          </a:xfrm>
          <a:prstGeom prst="roundRect">
            <a:avLst>
              <a:gd name="adj" fmla="val 7758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" y="5029200"/>
            <a:ext cx="1051468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NOTE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No need to publish to PyPI. Installing from a local folder (or a Git URL) is how teams share internal QA libraries. pip details come next; building and publishing distributions is beyond this week.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Three Words People Mix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978658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Word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Package (import package)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qa_toolkit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A folder you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import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Distribution (installable package)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qa-toolkit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0.1.0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The thing pip installs, built from your project, containing one or more import packages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Repository / project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qe-foundations/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The Git folder holding everything (code, tests, docs)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Standard Files You Will Meet in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110990"/>
        </p:xfrm>
        <a:graphic>
          <a:graphicData uri="http://schemas.openxmlformats.org/drawingml/2006/table">
            <a:tbl>
              <a:tblPr/>
              <a:tblGrid>
                <a:gridCol w="384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File / folder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__init__.py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Marks and initialises a 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__main__.py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Entry point for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python -m 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__pycache__/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Compiled bytecode cache; auto-generated; do not commit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.egg-info/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or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.dist-info/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Metadata created when a package is installed/built; do not commit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egg-info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README.md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Human documentation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.gitignore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Tells Git what not to track (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__pycache__/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virtual env folders, etc.)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A Starter .gitignore for Python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664208"/>
          </a:xfrm>
          <a:prstGeom prst="roundRect">
            <a:avLst>
              <a:gd name="adj" fmla="val 43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__pycache__/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*.pyc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.venv/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venv/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*.egg-info/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.pytest_cache/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__pycache__/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*.pyc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compiled bytecode caches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.venv/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venv/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virtual environment folders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*.egg-info/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install/build metadata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.pytest_cache/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826639"/>
        </p:xfrm>
        <a:graphic>
          <a:graphicData uri="http://schemas.openxmlformats.org/drawingml/2006/table">
            <a:tbl>
              <a:tblPr/>
              <a:tblGrid>
                <a:gridCol w="4169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Problem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Likely cause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ModuleNotFoundError: No module named 'qa_toolkit'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Running from the wrong folder, or package not installed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cd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to the folder containing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qa_toolkit/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or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pip install -e 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ImportError: attempted relative import with no known parent package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Running a package file directly as a script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Use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python -m package.module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ImportError: cannot import name 'x' from 'qa_toolkit'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Name not defined or not re-exported in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__init__.py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Import from the submodule or add it to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__init__.py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42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Import works on your machine but not for a teammate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Missing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__init__.py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(some tools ignore namespace packages) or an unrecorded dependency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Add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__init__.py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; list dependencies in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requirements.txt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233676"/>
        </p:xfrm>
        <a:graphic>
          <a:graphicData uri="http://schemas.openxmlformats.org/drawingml/2006/table">
            <a:tbl>
              <a:tblPr/>
              <a:tblGrid>
                <a:gridCol w="4169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Problem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Likely cause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Circular import between submodules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Two modules import each other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Move shared code to a third module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qa-toolkit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import fails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Hyphen in import 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Folder name must use underscores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Package folder named like a stdlib module (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email/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test/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Shadowing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Code changes not visible after installing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Installed a copy, not editable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pip install -e 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Code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complete qa_toolkit package, inspecting packages, and sharing a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1: Structure and __init__.py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packages_lab/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572767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280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packages_lab/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├── qa_toolkit/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│   ├── __init__.py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│   ├── __main__.py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│   ├── validators.py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│   └── formatters.py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└── demo.py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81304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qa_toolkit/__init__.py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087368"/>
            <a:ext cx="10971885" cy="1572767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233672"/>
            <a:ext cx="10569549" cy="1280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"""qa_toolkit - small helpers for QA automation."""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qa_toolkit.validators import is_valid_email, is_non_empty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qa_toolkit.formatters import format_result, format_summary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__version__ = "0.1.0"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__all__ = ["is_valid_email", "is_non_empty", "format_result", "format_summary"]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1: Relative Import and demo.py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Near the top of formatters.py (keep format_summary below 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680960" cy="1572767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278624" cy="1280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.validators import is_non_empty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def format_result(name, passed):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"""Return 'PASS  name' / 'FAIL  name'. Blank names are replaced."""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label = name if is_non_empty(name) else "&lt;unnamed test&gt;"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return f"{'PASS' if passed else 'FAIL'}  {label}"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81304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demo.py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087368"/>
            <a:ext cx="768096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233672"/>
            <a:ext cx="727862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qa_toolkit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print(qa_toolkit.__version__)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print(qa_toolkit.format_result("   ", True))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print(qa_toolkit.format_summary({"a": True, "b": False}))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6624" y="1783080"/>
            <a:ext cx="29251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1A1A1A"/>
                </a:solidFill>
                <a:latin typeface="Arial"/>
              </a:rPr>
              <a:t>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56624" y="2240280"/>
            <a:ext cx="2925165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57792" y="2386584"/>
            <a:ext cx="2522829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0.1.0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PASS  &lt;unnamed test&gt;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PASS  a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FAIL  b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1/2 passed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1: The Import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When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demo.py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runs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import qa_toolkit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Python finds the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folder and executes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91693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2990088"/>
            <a:ext cx="10423245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first line imports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qa_toolkit.validators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so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validators.py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runs and its functions are defined.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67182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44976"/>
            <a:ext cx="10423245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second line imports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qa_toolkit.formatters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; it runs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from .validators import is_non_empty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finds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validators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already cached 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sys.modules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and does not execute it again.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42671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499864"/>
            <a:ext cx="10423245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__version__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__all__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are set. The package object is ready,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is_valid_email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etc. as attributes.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2: Inspecting a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664208"/>
          </a:xfrm>
          <a:prstGeom prst="roundRect">
            <a:avLst>
              <a:gd name="adj" fmla="val 43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qa_toolkit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qa_toolkit.validators as v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print(qa_toolkit.__name__)     # qa_toolkit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print(qa_toolkit.__file__)     # .../qa_toolkit/__init__.py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print(qa_toolkit.__path__)     # list with the package folder; only packages have __path__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print(v.__name__)              # qa_toolkit.validators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print(v.__package__)           # qa_toolkit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__path__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attribute that makes a module a package in Python's eyes.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is where Python looks for submodules.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Example 3: Listing Modules with pkgutil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pkgutil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qa_toolkit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for info in pkgutil.iter_modules(qa_toolkit.__path__):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print(info.name, "(package)" if info.ispkg else "(module)")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Prints each submodule name (for example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__main__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formatters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validators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handy trick when exploring an unfamiliar library.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0066"/>
                </a:solidFill>
              </a:rPr>
              <a:t>Example 4: Sharing a Library Across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Two repos,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api-tests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ui-tests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need the same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is_valid_email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report formatting. Copying files means a bug fix in one is forgotten in the other. With a package: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6974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77063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Move shared code into its own repo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qa-toolkit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the layout above.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28269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355848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In each test repo's virtual environment install it: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 -m pip install -e ../qa-toolkit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(local development), or later a tagged release from Git.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400583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4078986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Both repos do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from qa_toolkit import is_valid_email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A fix is made once and picked up by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516636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That is the story of nearly every internal QE framework: helper functions grow into a package that gets installed everywhere.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5486400" cy="736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Explain the difference between a module and a package. What file traditionally marks a folder as a regular package?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2053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93682"/>
            <a:ext cx="5486400" cy="736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Given the structure on the right, write three different valid import statements to get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make_user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(from a script at the repository root).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6579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731132"/>
            <a:ext cx="5486400" cy="736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Inside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qa_toolkit/api/checks.py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write (a) an absolute and (b) a relative import to use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is_valid_email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from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qa_toolkit/validators.py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10704" y="1783080"/>
            <a:ext cx="4571085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11872" y="1929384"/>
            <a:ext cx="4168749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shop_tests/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├── data/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│   ├── __init__.py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│   └── generators.py     # defines make_user()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└── run.py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You run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python qa_toolkit/formatters.py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and see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ImportError: attempted relative import with no known parent package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 Explain why and show the correct command.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9034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63495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What does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__all__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in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control? Does it prevent importing a name that is not listed?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7555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12135"/>
            <a:ext cx="10423245" cy="97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Hands-on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Build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string_utils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with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case.py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to_snake(text)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: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"Login Page"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"login_page"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 and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clean.py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squash(text)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collapses repeated spaces). Re-export both in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write a script that uses them, and add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__main__.py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so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python -m string_utils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prints a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Questions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Why might a project use a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src/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directory? Name one benefit.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6829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4144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Explain the difference between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qa-toolkit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5351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90088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Debugging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teammate's checkout fails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ModuleNotFoundError: No module named 'qa_toolkit'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when running tests, although it works for you. List three things to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(1 of 4): A1 to 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13232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729983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data.generators import make_user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data import generators          # then generators.make_user()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data.generators                # then data.generators.make_user()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0815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355848"/>
            <a:ext cx="713232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02152"/>
            <a:ext cx="6729983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(a) absolute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qa_toolkit.validators import is_valid_email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(b) relative: .. goes from qa_toolkit.api up to qa_toolkit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..validators import is_valid_email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984" y="1783080"/>
            <a:ext cx="34738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A1: a module is a single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file; a package is a directory of modules (and possibly subpackages) importable with dotted names.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marks a regular package.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A3 (b):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goes from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qa_toolkit.api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up 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(2 of 4): A4, A5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directly,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__name__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"__main__"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so the relative import has no parent to resolve against. From the folder containing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run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python -m qa_toolkit.formatters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3796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611120"/>
            <a:ext cx="10423245" cy="80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__all__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defines the names exported by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from package import *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signals the public API. It does not prevent explicit imports: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from qa_toolkit.validators import something_unlisted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still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(3 of 4): 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219456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79222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string_utils/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├── __init__.py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├── __main__.py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├── case.py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└── clean.py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34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case.py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7344" y="2057400"/>
            <a:ext cx="457200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88512" y="2203704"/>
            <a:ext cx="416966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case.py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to_snake(text):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"_".join(text.strip().lower().split())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22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clean.py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2224" y="2057400"/>
            <a:ext cx="384048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43392" y="2203704"/>
            <a:ext cx="3438144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clean.py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def squash(text):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return " ".join(text.split())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3611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__init__.py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" y="3886200"/>
            <a:ext cx="5348782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" y="4032504"/>
            <a:ext cx="4946446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__init__.py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string_utils.case import to_snake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string_utils.clean import squash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__all__ = ["to_snake", "squash"]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611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__main__.py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3886200"/>
            <a:ext cx="5348782" cy="1130808"/>
          </a:xfrm>
          <a:prstGeom prst="roundRect">
            <a:avLst>
              <a:gd name="adj" fmla="val 64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4175" y="4032504"/>
            <a:ext cx="4946446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# __main__.py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string_utils import to_snake, squash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print(to_snake("Login Page"))        # login_page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print(squash("too    many   spaces"))  # too many spaces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(4 of 4): A7 to A9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src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layout prevents importing in-repo code without installing it, so tests run against the installed package and packaging mistakes (such as a missing file) show up early.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06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79370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qa-toolkit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the distribution name used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pip install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the import name (a valid identifier) used in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import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Often related, but need not be identical.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229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302508"/>
            <a:ext cx="10423245" cy="998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(1) Is the package installed in their active environment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 -m pip list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)? They may need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pip install -e .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(2) Are they running from the correct directory,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sys.path</a:t>
            </a:r>
            <a:r>
              <a:rPr sz="1500" b="0" i="0">
                <a:solidFill>
                  <a:srgbClr val="1A1A1A"/>
                </a:solidFill>
                <a:latin typeface="Arial"/>
              </a:rPr>
              <a:t>? (3) Is an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committed (not ignored, not missing)? Also check they activated the right virtual environment.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package is a directory of modules, importable with dotted names that mirror the folders. Include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each package and subpackage.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__init__.py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runs on import: documentation,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__version__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and re-exporting a clean public API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__all__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Keep it lightweight.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Absolute imports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 qa_toolkit.validators import ...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are the default; relative imports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 .validators import ...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work only inside a package.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Run code inside a package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package.module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add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__main__.py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make a package runnable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package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Keep layouts shallow and group by responsibility.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src/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layout is a good professional habit.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To use a package anywhere, make it installable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pyproject.toml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pip install -e 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inside a virtual environment.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qa-toolkit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(distribution)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qa_toolkit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(import) can differ.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 lessons: how pip installs and manages packages, and how virtual environments keep each project's packages separate.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Tutorial - Packages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https://docs.python.org/3/tutorial/modules.html#packages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Packaging User Guide - Packaging Python Projects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https://packaging.python.org/en/latest/tutorials/packaging-projects/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Reference - The import system (packages and relative imports)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https://docs.python.org/3/reference/import.html#packages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5549</Words>
  <Application>Microsoft Office PowerPoint</Application>
  <PresentationFormat>Widescreen</PresentationFormat>
  <Paragraphs>685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Courier New</vt:lpstr>
      <vt:lpstr>Wingdings</vt:lpstr>
      <vt:lpstr>Learners Point</vt:lpstr>
      <vt:lpstr>Python Packages</vt:lpstr>
      <vt:lpstr>Learning Objectives</vt:lpstr>
      <vt:lpstr>Why This Matters</vt:lpstr>
      <vt:lpstr>The Concept</vt:lpstr>
      <vt:lpstr>What Is a Package?</vt:lpstr>
      <vt:lpstr>Key Vocabulary</vt:lpstr>
      <vt:lpstr>Building qa_toolkit: Layout and Step 1</vt:lpstr>
      <vt:lpstr>Step 2: Add validators.py</vt:lpstr>
      <vt:lpstr>Step 2: Add formatters.py</vt:lpstr>
      <vt:lpstr>Step 3: Use the Package</vt:lpstr>
      <vt:lpstr>Three Ways to Import from a Package</vt:lpstr>
      <vt:lpstr>What __init__.py Does</vt:lpstr>
      <vt:lpstr>Use 3: Re-export a Friendly Public API</vt:lpstr>
      <vt:lpstr>Absolute vs Relative Imports</vt:lpstr>
      <vt:lpstr>Relative Import Dots</vt:lpstr>
      <vt:lpstr>Relative Imports Only Work Inside a Package</vt:lpstr>
      <vt:lpstr>Running Code Inside a Package: python -m</vt:lpstr>
      <vt:lpstr>Making a Package Runnable: __main__.py</vt:lpstr>
      <vt:lpstr>Subpackages</vt:lpstr>
      <vt:lpstr>Importing Across Levels</vt:lpstr>
      <vt:lpstr>A Realistic QA Project Layout</vt:lpstr>
      <vt:lpstr>Making Your Package Installable</vt:lpstr>
      <vt:lpstr>Editable Install</vt:lpstr>
      <vt:lpstr>Three Words People Mix Up</vt:lpstr>
      <vt:lpstr>Standard Files You Will Meet in Packages</vt:lpstr>
      <vt:lpstr>A Starter .gitignore for Python Projects</vt:lpstr>
      <vt:lpstr>Common Mistakes (1 of 2)</vt:lpstr>
      <vt:lpstr>Common Mistakes (2 of 2)</vt:lpstr>
      <vt:lpstr>Code Examples</vt:lpstr>
      <vt:lpstr>Example 1: Structure and __init__.py</vt:lpstr>
      <vt:lpstr>Example 1: Relative Import and demo.py</vt:lpstr>
      <vt:lpstr>Example 1: The Import Chain</vt:lpstr>
      <vt:lpstr>Example 2: Inspecting a Package</vt:lpstr>
      <vt:lpstr>Example 3: Listing Modules with pkgutil</vt:lpstr>
      <vt:lpstr>Example 4: Sharing a Library Across Projects</vt:lpstr>
      <vt:lpstr>Practice</vt:lpstr>
      <vt:lpstr>Practice Questions (1 of 3)</vt:lpstr>
      <vt:lpstr>Practice Questions (2 of 3)</vt:lpstr>
      <vt:lpstr>Practice Questions (3 of 3)</vt:lpstr>
      <vt:lpstr>Answers (1 of 4): A1 to A3</vt:lpstr>
      <vt:lpstr>Answers (2 of 4): A4, A5</vt:lpstr>
      <vt:lpstr>Answers (3 of 4): A6</vt:lpstr>
      <vt:lpstr>Answers (4 of 4): A7 to A9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3</cp:revision>
  <dcterms:modified xsi:type="dcterms:W3CDTF">2026-10-18T15:49:03Z</dcterms:modified>
</cp:coreProperties>
</file>