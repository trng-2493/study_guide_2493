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10/20/2026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10/20/2026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LEFT and RIGHT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Keep every row from one side of a join, use NULLs to find what is missing, and avoid the WHERE-versus-ON trap.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outer join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5869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24454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LEFT JOIN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5322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18989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anti-join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3477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1352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COALESCE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2228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88044" y="3520439"/>
            <a:ext cx="177736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WHERE vs 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4568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2609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RIGHT JOIN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an outer join is and how it differs from an inner join.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queries and describe which rows are kept and where the NULLs come from.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the anti-join pattern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LEFT JOIN ... WHERE right.key IS NULL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to find rows with no match.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why a condition 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can turn a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back into an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and how to avoid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queries, explain they mirror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and rewrite them by swapping tables.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Know which databases support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including older SQLite versions.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COUNT(column)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COALESCE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correctly on the NULLs that outer joins produce.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Database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648712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created_date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total_amount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item_id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amount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method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defect_id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(FK, nullable),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title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severity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found_date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customer (IDs 2 and 8, same email); NULL email (customer 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Customers 6, 8, 9, 10 never ordered.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107 has customer 99 who does not exist; order 108 has a NULL customer (guest).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109 has no items.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totals that do not match their items (103, 110, 112; 109 also fails, having no items).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item rows (IDs 5 and 13); item 14 points to missing order 999; item 15 points to missing product 999; item 16 has quantity -1.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Payment 10 points to missing order 888; payments 2 and 11 are duplicates.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Products 7 and 8 were never sold; defect 3 has no product.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Full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script: see the lesson "INSERT, UPDATE and DELETE".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inner join silently drops order 107 (customer 99 does not exist), order 108 (no customer) and every customer who never ordered.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tester asks: what is missing, what is broken, what does not match? The outer join answers that.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Which customers registered but never ordered? Which orders refer to customers that do not exist (orphans)?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Which products were never sold? Which orders have no items, and which payments have no order?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Inner join: "show me what matches". Left join: "show me everything from this side, and tell me whether it matched". The unmatched rows are often precisely the bugs.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LEFT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Keep every left row; NULLs fill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Outer Joins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An outer join keeps all rows from one table (or both) even when there is no matching row in the other table.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Where no match exists, the columns that would have come from the other table are filled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word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OUTER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optional: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OUTER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are identical.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Three Outer Joins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1516380"/>
        </p:xfrm>
        <a:graphic>
          <a:graphicData uri="http://schemas.openxmlformats.org/drawingml/2006/table">
            <a:tbl>
              <a:tblPr/>
              <a:tblGrid>
                <a:gridCol w="3730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7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Join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Keeps all rows from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Covered 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LEFT JOIN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LEFT OUTER JOIN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the left table (the one named in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FROM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this lesson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RIGHT JOIN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RIGHT OUTER JOIN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the right table (the one named after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JOIN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this lesson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 JOIN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 OUTER JOIN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both tables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next lesson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LEFT JOIN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115568"/>
          </a:xfrm>
          <a:prstGeom prst="roundRect">
            <a:avLst>
              <a:gd name="adj" fmla="val 65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SELECT  columns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FROM    left_table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LEFT JOIN right_table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ON left_table.key = right_table.key;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Left and right refer to position in the query text: the table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left, the one after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right.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For each left row, look for matches on the right. One output row per match, as in an inner join.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If there are no matches, still output the left row once,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all right-table columns.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Customers and Their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c.full_name, o.order_id, o.status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orders AS 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c.customer_id, o.order_id;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14 rows. Customers 1, 2, 3 and 7 appear twice (two orders each); 4 and 5 once.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Customers 6, 8, 9 and 10 have no orders but still appear once, with NULL in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status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Orders 107 and 108 do not appear: they belong to the right table.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Total: 4 x 2 + 2 x 1 + 4 x 1 = 14.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Compare With the Inner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94944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547103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(SELECT COUNT(*) FROM customers AS c INNER JOIN orders AS o ON o.customer_id = c.customer_id) AS inner_rows,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(SELECT COUNT(*) FROM customers AS c LEFT  JOIN orders AS o ON o.customer_id = c.customer_id) AS left_rows;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inner_rows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10,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left_rows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14.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always returns at least as many rows as the left table has, and at least as many as the inner join.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14 minus 10 = 4 is exactly the number of left rows without a 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Anti-Join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Finding rows with no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an Anti-Join?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554480"/>
          </a:xfrm>
          <a:prstGeom prst="roundRect">
            <a:avLst>
              <a:gd name="adj" fmla="val 5294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ANTI-JOIN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Unmatched rows have NULLs in the right table's columns, so keep only those rows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 right_key IS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This is the anti-join: left rows that have no partner. It is arguably the most useful pattern in QA data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Customers Who Never Ordered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c.full_name, c.email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o.order_id IS NULL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c.customer_id;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Frank Lee (6), the duplicate Bob Smith (8), Hana Sato (9), Ian Brooks (10).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Test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o.order_id IS 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the right table's primary key can never be NULL in a real row, so NULL means no match.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Do not test a nullable column such as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o.status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for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Orphan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Flip the tables: keep every order, look for the ones without a customer.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5669280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266944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o.order_id, o.customer_id, o.status, o.total_amount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LEFT JOIN customers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c.customer_id IS NULL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o.order_id;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4944" y="2221991"/>
            <a:ext cx="493684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107 (customer 99 does not exist, a true orphan) and 108 (customer is NULL, a guest order).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Separating the Two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66928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26694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o.order_id, o.customer_id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customers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c.customer_id IS NULL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AND o.customer_id IS NOT NULL;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only order 107.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Only 107 is a genuine referential-integrity violation.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Order 108 might be acceptable (guest checkout) or a defect, depending on the business rule: QA asks the product owner. The anti-join gives the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Orphan Checks: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Items without an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i.item_id, i.order_id, i.product_id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LEFT JOIN orders AS o ON o.order_id = i.order_id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o.order_id IS NULL;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3253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Items without a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99688"/>
            <a:ext cx="548640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745992"/>
            <a:ext cx="5084064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i.item_id, i.order_id, i.product_id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products AS p ON p.product_id = i.product_id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p.product_id IS NULL;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Items without an order: item 14 (order 999).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Items without a product: item 15 (product 999).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Same pattern each time: keep the child on the left, test the parent's primary key for NULL.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Orphan Checks: Payments,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Payments without an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pay.payment_id, pay.order_id, pay.amount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payments AS pay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LEFT JOIN orders AS o ON o.order_id = pay.order_id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o.order_id IS NULL;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3253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Orders with no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99688"/>
            <a:ext cx="548640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745992"/>
            <a:ext cx="508406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o.order_id, o.status, o.total_amount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order_items AS i ON i.order_id = o.order_id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i.item_id IS NULL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o.order_id;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Payments without an order: payment 10 (order 888).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Orders with no items: parent on the left, looking for missing children. Only order 109 (pending, header total 80.00, no lines).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 other order has at least one item 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Gap Checks: Products, 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Products never sold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p.product_id, p.product_name, p.category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products AS p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LEFT JOIN order_items AS i ON i.product_id = p.product_id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i.item_id IS NULL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p.product_id;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091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Defects with no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683508"/>
            <a:ext cx="548640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829812"/>
            <a:ext cx="5084064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d.defect_id, d.title, d.severity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defects AS 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products AS p ON p.product_id = d.product_id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p.product_id IS NULL;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Never sold: Webcam HD (7) and Standing Desk (8), the 14th planted bug.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Defects with no product: defect 3, "Checkout page timeout" (critical). The NULL is in the left table's own foreign key.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Whether that is acceptable is a business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Reporting and Counting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COALESCE and COUNT(column)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COALESCE for Readable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669280" cy="1519427"/>
          </a:xfrm>
          <a:prstGeom prst="roundRect">
            <a:avLst>
              <a:gd name="adj" fmla="val 481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266944" cy="12268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c.full_name,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COALESCE(o.order_id, 0)        AS order_id_or_zero,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COALESCE(o.status, 'no orders') AS status_label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LEFT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c.customer_id &gt;= 6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c.customer_id, o.order_id;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COALESCE(a, b, c, ...)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the first argument that is not NULL.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Customers 6, 8, 9, 10 show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no orders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instead of NULL, which suits reports.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Replace NULLs only in output; in validation queries keep NULL, because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the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COUNT(*) vs COUNT(column)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755648"/>
          </a:xfrm>
          <a:prstGeom prst="roundRect">
            <a:avLst>
              <a:gd name="adj" fmla="val 416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1463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c.full_name,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COUNT(*)          AS rows_in_result,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COUNT(o.order_id) AS real_orders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GROUP BY c.customer_id, c.full_name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c.customer_id;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counts rows;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COUNT(column)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counts rows where the column is not NULL.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Customer 9: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rows_in_result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1 (the row of NULLs) but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real_orders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0.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would claim customer 9 has one order. With 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count a right-table column, normally its primary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WHERE vs ON 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Why a right-table filter in WHERE cancels the outer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Version A: Filter in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Goal: each customer and their completed orders, but still list customers without any.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566928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26694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c.full_name, o.order_id, o.status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o.status = 'completed'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c.customer_id, o.order_id;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4944" y="2221991"/>
            <a:ext cx="493684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only 6 rows. Customers 4, 5, 6, 8, 9, 10 vanished.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Unmatched customers have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o.status = 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NULL = 'completed'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not true, so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throws them away.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LEFT JOIN has been silently turned into an INNER 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Version B: Filter in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66928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26694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c.full_name, o.order_id, o.status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          AND o.status = 'completed'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c.customer_id, o.order_id;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12 rows. Every customer is kept; 4, 5, 6, 8, 9, 10 show NULL.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condition only decides which right-hand rows can match; left rows are always kept.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Rule of Thumb: WHERE or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condition on the left table: put it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condition on the right table that you want to apply while keeping unmatched left rows: put it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condition on the right table is only correct when you want to throw away non-matching rows, or when you test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(the anti-join).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Table Order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766560" cy="1130808"/>
          </a:xfrm>
          <a:prstGeom prst="roundRect">
            <a:avLst>
              <a:gd name="adj" fmla="val 64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36422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'customers LEFT JOIN orders' AS query, COUNT(*) AS row_count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customers AS c LEFT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UNION ALL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'orders LEFT JOIN customers', COUNT(*)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orders AS o LEFT JOIN customers AS c ON c.customer_id = o.customer_id;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A LEFT JOIN B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 LEFT JOIN A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are not the same.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14 rows when customers are on the left; 12 when orders are on the left.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UNION ALL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simply stacks two results; used here to show both counts in one table.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Choose the left table to be the one you want to preserve in full.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RIGHT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mirror image, and which databases support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RIGHT JOIN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115568"/>
          </a:xfrm>
          <a:prstGeom prst="roundRect">
            <a:avLst>
              <a:gd name="adj" fmla="val 65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SELECT columns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FROM   left_table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RIGHT JOIN right_table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ON left_table.key = right_table.key;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keeps all rows from the right table, with NULLs where the left table has no 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Check Your SQLite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57200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169663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sqlite_version() AS sqlite_version;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233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97708"/>
            <a:ext cx="457200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44012"/>
            <a:ext cx="4169663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sqlite_version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--------------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3.45.1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(1 row)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664" y="1783080"/>
            <a:ext cx="60341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FULL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were added in SQLite 3.39.0 (June 2022).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Older versions report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RIGHT and FULL OUTER JOINs are not currently supported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Examples here were run on 3.45.1. If yours prints lower than 3.39, use the swap trick next.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RIGHT JOIN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527048"/>
          </a:xfrm>
          <a:prstGeom prst="roundRect">
            <a:avLst>
              <a:gd name="adj" fmla="val 479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SELECT o.order_id, c.customer_id, c.full_name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RIGHT JOIN customers AS c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ON o.customer_id = c.customer_id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WHERE c.customer_id IN (1, 6, 9)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ORDER BY c.customer_id, o.order_id;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All customers kept: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customers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right table.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4 rows. Customers 6 and 9 show NULL order IDs.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LEFT JOIN Equivalent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527048"/>
          </a:xfrm>
          <a:prstGeom prst="roundRect">
            <a:avLst>
              <a:gd name="adj" fmla="val 479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SELECT o.order_id, c.customer_id, c.full_name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LEFT JOIN orders AS o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ON o.customer_id = c.customer_id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WHERE c.customer_id IN (1, 6, 9)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ORDER BY c.customer_id, o.order_id;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Same rows, same order, with the tables swapped.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Many style guides say: write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only, with the table to keep in full in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Many teams ban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for readability, but you must still recognise it in other people's SQL.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RIGHT JOIN Anti-Join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03520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901183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p.product_id, p.product_name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RIGHT JOIN products AS p ON p.product_id = i.product_id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i.item_id IS NULL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p.product_id;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9184" y="1783080"/>
            <a:ext cx="53026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Products never sold, written with a right join.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products 7 and 8, the same answer as the left-join 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Dialect Support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648712"/>
        </p:xfrm>
        <a:graphic>
          <a:graphicData uri="http://schemas.openxmlformats.org/drawingml/2006/table">
            <a:tbl>
              <a:tblPr/>
              <a:tblGrid>
                <a:gridCol w="3730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LEFT JOIN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RIGHT JOIN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FULL JOIN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SQLite 3.39+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SQLite before 3.39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MySQL / MariaDB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No (emulate)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Oracle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Older SQLite and MySQL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371600"/>
          </a:xfrm>
          <a:prstGeom prst="roundRect">
            <a:avLst>
              <a:gd name="adj" fmla="val 6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DIALECTS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 older SQLite, rewrite every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as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the table order swapped. The FULL JOIN lesson covers how to emulate the join that MySQL and old SQLite lack.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QA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Reusable checks built from outer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Orphan-Detection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Any non-zero result is a finding. Full script: see the lesson (five checks combined with UNION ALL).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23744"/>
            <a:ext cx="7132320" cy="2304288"/>
          </a:xfrm>
          <a:prstGeom prst="roundRect">
            <a:avLst>
              <a:gd name="adj" fmla="val 31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670048"/>
            <a:ext cx="6729983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'orders without customer' AS check_name, COUNT(*) AS violations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orders AS o LEFT JOIN customers AS c ON c.customer_id = o.customer_id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o.customer_id IS NOT NULL AND c.customer_id IS NULL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UNION ALL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'items without order', COUNT(*)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order_items AS i LEFT JOIN orders AS o ON o.order_id = i.order_id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o.order_id IS NULL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--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UNION ALL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'orders without items', COUNT(*)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orders AS o LEFT JOIN order_items AS i ON i.order_id = o.order_id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i.item_id IS NULL;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84" y="2523744"/>
            <a:ext cx="347380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 violation for each check (orders without customer, items without order, items without product, payments without order, orders without items).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Extended in "Test-data validation using SQL".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In test automation this runs after a data load; the test fails if any count is above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Completed Orders Without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669280" cy="1245108"/>
          </a:xfrm>
          <a:prstGeom prst="roundRect">
            <a:avLst>
              <a:gd name="adj" fmla="val 58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266944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o.order_id, o.status, o.total_amount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LEFT JOIN payments AS pay ON pay.order_id = o.order_id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o.status = 'completed'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AND pay.payment_id IS NULL;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Left join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to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payments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look for NULL payments among completed orders.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order 112, completed but nothing was ever paid, a legitimate business-logic bug candidate.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Defect Report With Zero 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p.product_name,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COUNT(d.defect_id) AS defect_count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products AS p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LEFT JOIN defects AS d ON d.product_id = p.product_id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GROUP BY p.product_id, p.product_name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defect_count DESC, p.product_id;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Includes products with zero defects.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COUNT(d.defect_id)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counts real defects, not the NULL row.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Laptop Pro, Wireless Mouse, USB-C Cable, Desk Chair, Monitor 27in have 1 each; Notebook, Webcam HD, Standing Desk have 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Filtering the right table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unknowingly turning the join into an inner join.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instead of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COUNT(right_table.pk)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Testing a nullable column (instead of the primary key) for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IS NULL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in an anti-join.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Choosing the wrong table as the left table.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Assuming a NULL foreign key is an orphan (it is "no parent", not "missing parent").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Writing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on an older SQLite and getting a syntax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keeps every row from the left table; unmatched rows get NULLs for the right table's columns.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anti-join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LEFT JOIN ... WHERE right.pk IS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finds orphans, never-ordered customers, unsold products, orders without items.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filter on the right table cancels the outer behaviour; put such filters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keep unmatched left rows.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COUNT(right.pk)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not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when counting matches after a left join.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RIGHT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mirror image; swapping the table order turns it into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Most teams write only left joins.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RIGHT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joins need SQLite 3.39+ (we used 3.45.1). Check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 sqlite_version();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foreign key means "no parent"; a non-NULL value with no matching parent is the real orphan.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SELECT (join types and the ON clause)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https://www.sqlite.org/lang_select.html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release notes for 3.39.0 (RIGHT and FULL OUTER JOIN support)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https://www.sqlite.org/releaselog/3_39_0.html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documentation, Joined Tables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https://www.postgresql.org/docs/current/queries-table-expressions.html#QUERIES-FROM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4254</Words>
  <Application>Microsoft Office PowerPoint</Application>
  <PresentationFormat>Widescreen</PresentationFormat>
  <Paragraphs>467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Courier New</vt:lpstr>
      <vt:lpstr>Wingdings</vt:lpstr>
      <vt:lpstr>Learners Point</vt:lpstr>
      <vt:lpstr>LEFT and RIGHT JOIN</vt:lpstr>
      <vt:lpstr>Learning Objectives (1 of 2)</vt:lpstr>
      <vt:lpstr>Learning Objectives (2 of 2)</vt:lpstr>
      <vt:lpstr>Practice Database Recap</vt:lpstr>
      <vt:lpstr>Planted Data Problems (1 of 2)</vt:lpstr>
      <vt:lpstr>Planted Data Problems (2 of 2)</vt:lpstr>
      <vt:lpstr>Why This Matters</vt:lpstr>
      <vt:lpstr>LEFT JOIN</vt:lpstr>
      <vt:lpstr>Outer Joins in One Sentence</vt:lpstr>
      <vt:lpstr>The Three Outer Joins</vt:lpstr>
      <vt:lpstr>LEFT JOIN Syntax</vt:lpstr>
      <vt:lpstr>Customers and Their Orders</vt:lpstr>
      <vt:lpstr>Compare With the Inner Join</vt:lpstr>
      <vt:lpstr>The Anti-Join Pattern</vt:lpstr>
      <vt:lpstr>What Is an Anti-Join?</vt:lpstr>
      <vt:lpstr>Customers Who Never Ordered</vt:lpstr>
      <vt:lpstr>Orphan Orders</vt:lpstr>
      <vt:lpstr>Separating the Two Cases</vt:lpstr>
      <vt:lpstr>Orphan Checks: Items</vt:lpstr>
      <vt:lpstr>Orphan Checks: Payments, Gaps</vt:lpstr>
      <vt:lpstr>Gap Checks: Products, Defects</vt:lpstr>
      <vt:lpstr>Reporting and Counting</vt:lpstr>
      <vt:lpstr>COALESCE for Readable Output</vt:lpstr>
      <vt:lpstr>COUNT(*) vs COUNT(column)</vt:lpstr>
      <vt:lpstr>The WHERE vs ON Trap</vt:lpstr>
      <vt:lpstr>Version A: Filter in WHERE</vt:lpstr>
      <vt:lpstr>Version B: Filter in ON</vt:lpstr>
      <vt:lpstr>Rule of Thumb: WHERE or ON</vt:lpstr>
      <vt:lpstr>Table Order Matters</vt:lpstr>
      <vt:lpstr>RIGHT JOIN</vt:lpstr>
      <vt:lpstr>RIGHT JOIN Syntax</vt:lpstr>
      <vt:lpstr>Check Your SQLite Version</vt:lpstr>
      <vt:lpstr>RIGHT JOIN Example</vt:lpstr>
      <vt:lpstr>The LEFT JOIN Equivalent</vt:lpstr>
      <vt:lpstr>A RIGHT JOIN Anti-Join</vt:lpstr>
      <vt:lpstr>Dialect Support Summary</vt:lpstr>
      <vt:lpstr>Older SQLite and MySQL</vt:lpstr>
      <vt:lpstr>QA Scenarios</vt:lpstr>
      <vt:lpstr>Orphan-Detection Report</vt:lpstr>
      <vt:lpstr>Completed Orders Without Payment</vt:lpstr>
      <vt:lpstr>Defect Report With Zero Defects</vt:lpstr>
      <vt:lpstr>Common Mistakes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2026-10-20T11:35:08Z</dcterms:modified>
</cp:coreProperties>
</file>