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10/20/2026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10/20/2026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INNER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Reconnect data that relational design deliberately splits across tables, and learn which rows an inner join silently drops.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1057275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joins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5861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24379" y="3520439"/>
            <a:ext cx="69723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1304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78809" y="3520439"/>
            <a:ext cx="129730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aliases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66755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33314" y="3520439"/>
            <a:ext cx="153733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NULL keys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66208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027849" y="3520439"/>
            <a:ext cx="261747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row multiplication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73675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2519" y="3520439"/>
            <a:ext cx="153733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QA checks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why relational databases split data across tables and why we need joins to put it back together.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Describe how a join works conceptually: pairing rows from two tables whenever a condition matches.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Write an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INNER JOIN ... ON ...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query using table aliases and qualified column names.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Predict which rows survive an inner join and which disappear (unmatched rows and NULL keys).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Recognise row multiplication when one row matches several rows on the other side.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Combine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INNER JOIN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ORDER BY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column aliases.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inner joins in realistic QA checks, and understand why an inner join can hide data problems.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Database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648712"/>
        </p:xfrm>
        <a:graphic>
          <a:graphicData uri="http://schemas.openxmlformats.org/drawingml/2006/table">
            <a:tbl>
              <a:tblPr/>
              <a:tblGrid>
                <a:gridCol w="2742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8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Columns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customers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full_name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email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country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created_date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products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product_name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category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orders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order_date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total_amount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order_items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item_id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quantity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payments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payment_id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amount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method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defects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defect_id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(FK, nullable),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title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severity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found_date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Planted Data Problems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Duplicate customer (IDs 2 and 8, same email); NULL email (customer 6).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Customers 6, 8, 9, 10 never ordered.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107 has customer 99 who does not exist; order 108 has a NULL customer (guest).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109 has no items.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totals that do not match their items (103, 110, 112; 109 also fails, having no items).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Planted Data Problems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Duplicate item rows (IDs 5 and 13); item 14 points to missing order 999; item 15 points to missing product 999; item 16 has quantity -1.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Payment 10 points to missing order 888; payments 2 and 11 are duplicates.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Products 7 and 8 were never sold; defect 3 has no product.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Full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CREATE TABLE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INSERT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script: see the lesson "INSERT, UPDATE and DELETE".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 Thursday every query touched one table. A real application never stores everything in one big table: an order screen shows the customer's name, product names and prices, and that lives in four different tables.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3063239"/>
            <a:ext cx="1097188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To confirm "the order page shows the right customer name for order 101", bring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customers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together.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To verify "the total for order 101 equals the sum of its items", connect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to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order_items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Joins are the tool for this;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INNER JOIN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the most common and the foundation for every other join 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Join?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Splitting data across tables, and the all-combinations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One Flat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035040" cy="993648"/>
          </a:xfrm>
          <a:prstGeom prst="roundRect">
            <a:avLst>
              <a:gd name="adj" fmla="val 736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632703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order_id | customer_name | customer_email    | product    | qty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101      | Alice Johnson | alice@example.com | Laptop Pro | 1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101      | Alice Johnson | alice@example.com | Mouse      | 1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102      | Alice Johnson | alice@example.com | Cable      |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704" y="1783080"/>
            <a:ext cx="45710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Alice's name and email repeat on every row.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If she changes her email and you miss one row, the data contradicts itself.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Relational design stores each fact once (normalisation) and links tables using keys.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Linking Tables With Keys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Store once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Alice's details are stored once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customers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Reference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Each order stores only her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customer_id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The link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primary key / foreign key pair from the previous lesson. A join reassembles the linked information on demand.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CROSS JOIN: All Combinations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486400" cy="452628"/>
          </a:xfrm>
          <a:prstGeom prst="roundRect">
            <a:avLst>
              <a:gd name="adj" fmla="val 1616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084064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COUNT(*) AS combos FROM customers CROSS JOIN products;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6929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 few pairs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2967228"/>
            <a:ext cx="5486400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113532"/>
            <a:ext cx="5084064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c.full_name, p.product_name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CROSS JOIN products AS p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ORDER BY c.customer_id, p.product_id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LIMIT 5;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CROSS JOIN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pairs every row of the first table with every row of the second (a Cartesian product).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10 customers x 8 products = 80 combinations.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Alice paired with the first five products; most pairs mean nothing.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Inner Join = Filtered Cross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011680"/>
          </a:xfrm>
          <a:prstGeom prst="roundRect">
            <a:avLst>
              <a:gd name="adj" fmla="val 409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KEY IDEA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An inner join is a cross join where we keep only the pairs that satisfy a condition, normally "the foreign key equals the primary key". If you forget the join condition accidentally you get a cross join and the row count explodes: two tables of 100,000 rows each give 10 billion rows. A suspiciously large result is a classic sign of a missing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INNER JOIN Syntax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ON, qualified columns, aliases and the ambiguity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INNER JOIN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SELECT   columns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FROM     table_a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INNER JOIN table_b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     ON table_a.key = table_b.key;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Take each row of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table_a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Find rows of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table_b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where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condition is true.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For each match produce one combined row. Rows with no match are dropped.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INNER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optional: plain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JOIN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means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INNER JOIN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We write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INNER JOIN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to be explicit.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First Join: Orders With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orders.order_id, customers.full_name, orders.status, orders.total_amount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INNER JOIN customers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ON orders.customer_id = customers.customer_id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ORDER BY orders.order_id;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FROM orders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the left table (12 rows).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ON orders.customer_id = customers.customer_id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the join condition: foreign key matched to primary key.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table.column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called qualifying the column.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Reading the First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Only 10 rows came back, but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has 12.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Missing: order 107 (customer 99, who does not exist) and order 108 (customer NULL).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Neither can be matched to any customer, so the inner join drops them silently: no error, no warning.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We return to this in the QA section.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Table Aliases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2075688"/>
          </a:xfrm>
          <a:prstGeom prst="roundRect">
            <a:avLst>
              <a:gd name="adj" fmla="val 352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o.order_id,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c.full_name      AS customer,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o.status,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o.total_amount   AS total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INNER JOIN customers AS c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ON o.customer_id = c.customer_id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o.status = 'completed'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ORDER BY o.total_amount DESC;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orders AS o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customers AS c</a:t>
            </a:r>
            <a:r>
              <a:rPr sz="1300" b="0" i="0">
                <a:solidFill>
                  <a:srgbClr val="1A1A1A"/>
                </a:solidFill>
                <a:latin typeface="Arial"/>
              </a:rPr>
              <a:t>: from then on use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o.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c.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not the full table names.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c.full_name AS customer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a column alias that renames the output header.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filters rows after matching, as on Thursday.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ORDER BY o.total_amount DESC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sorts largest first; 6 completed orders are returned.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Ambiguity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03120"/>
            <a:ext cx="5303062" cy="772668"/>
          </a:xfrm>
          <a:prstGeom prst="roundRect">
            <a:avLst>
              <a:gd name="adj" fmla="val 946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49424"/>
            <a:ext cx="4900726" cy="4800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customer_id, full_name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INNER JOIN customers AS c ON o.customer_id = c.customer_id;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103120"/>
            <a:ext cx="5303062" cy="475488"/>
          </a:xfrm>
          <a:prstGeom prst="roundRect">
            <a:avLst>
              <a:gd name="adj" fmla="val 1538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9895" y="2249424"/>
            <a:ext cx="490072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Error: ambiguous column name: customer_id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Qualify Columns?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Both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customers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have a column named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customer_id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Without a prefix the database cannot know which one you mean: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ambiguous column name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Fix it with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c.customer_id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o.customer_id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Good habit: prefix every column in a join query, so a future reader or a newly added column cannot break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Kept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The overlap, NULL keys and row multiplication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an Inner Join Keeps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Picture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669280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266944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orders only        matched         customers only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(107, 108 here)   (10 orders)   (customers 6, 8, 9, 10)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+--------------+--------------+--------------+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|   dropped    |   KEPT       |   dropped    |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+--------------+--------------+--------------+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447287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Count 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721607"/>
            <a:ext cx="5669280" cy="795528"/>
          </a:xfrm>
          <a:prstGeom prst="roundRect">
            <a:avLst>
              <a:gd name="adj" fmla="val 91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867911"/>
            <a:ext cx="526694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COUNT(DISTINCT c.customer_id) AS customers_with_orders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INNER JOIN orders AS o ON o.customer_id = c.customer_id;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944" y="1783080"/>
            <a:ext cx="49368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Think of two circles; the overlap is rows with a match on the other side.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An inner join keeps only the overlap; rows only on one side vanish.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6 customers have an order (1, 2, 3, 4, 5, 7); customers 6, 8, 9, 10 never appear.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NULL Never Matches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03120"/>
            <a:ext cx="5303062" cy="597408"/>
          </a:xfrm>
          <a:prstGeom prst="roundRect">
            <a:avLst>
              <a:gd name="adj" fmla="val 1224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49424"/>
            <a:ext cx="4900726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NULL = NULL AS null_equals_null, NULL IS NULL AS null_is_null;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103120"/>
            <a:ext cx="5303062" cy="1024127"/>
          </a:xfrm>
          <a:prstGeom prst="roundRect">
            <a:avLst>
              <a:gd name="adj" fmla="val 71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9895" y="2249424"/>
            <a:ext cx="4900726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null_equals_null | null_is_null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-----------------+-------------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NULL             | 1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(1 row)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NULL and Joins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NULL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means unknown; comparing it with anything, even another NULL, gives unknown, not true.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That is why guest order 108 vanished.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NULL = NULL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produces NULL;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IS NULL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is the correct test and gives 1.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An inner join cannot find rows with missing keys; that needs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LEFT JOIN ... WHERE ... IS NULL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(next lesson).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Row Multiplication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Customers and orders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669280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266944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c.customer_id, c.full_name, o.order_id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INNER JOIN orders AS o ON o.customer_id = c.customer_id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WHERE c.customer_id IN (1, 2, 3)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ORDER BY c.customer_id, o.order_id;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44944" y="1783080"/>
            <a:ext cx="49368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If one left row matches several right rows, it appears once per match.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Alice has orders 101 and 102; Bob 103 and 110; Carla 104 and 111 (6 rows).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Correct and expected: one customer to many orders.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Multiplication Breaks Totals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03504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632703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o.order_id, o.total_amount, i.item_id, i.product_id, i.quantity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INNER JOIN order_items AS i ON i.order_id = o.order_id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WHERE o.order_id IN (101, 103)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ORDER BY o.order_id, i.item_id;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704" y="1783080"/>
            <a:ext cx="45710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Joining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to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order_items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repeats each order once per item.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Order 101 appears twice (two items); 103 twice because of the duplicate items 5 and 13.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SUM(o.total_amount)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over this result counts the order total twice.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After a join to a "many" side, each parent row is repeated.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More Joins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Chains, extra conditions and other join styles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Joining Four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388107"/>
          </a:xfrm>
          <a:prstGeom prst="roundRect">
            <a:avLst>
              <a:gd name="adj" fmla="val 306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095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SELECT o.order_id,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c.full_name,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p.product_name,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i.quantity,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i.unit_price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orders       AS o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INNER JOIN customers   AS c ON c.customer_id = o.customer_id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INNER JOIN order_items AS i ON i.order_id    = o.order_id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INNER JOIN products    AS p ON p.product_id  = i.product_id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WHERE o.order_id &lt;= 104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ORDER BY o.order_id, i.item_id;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Each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INNER JOIN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adds one table and needs its own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Start with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attach the customer, each item, then each item's product.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7 rows for orders up to 104, including the duplicated Desk Chair line.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Designing chains is covered in "Multi-table queries".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Extra Conditions in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852160" cy="1168908"/>
          </a:xfrm>
          <a:prstGeom prst="roundRect">
            <a:avLst>
              <a:gd name="adj" fmla="val 625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449824" cy="8762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p.product_name, d.title, d.severity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products AS p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INNER JOIN defects AS d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ON d.product_id = p.product_id AND d.status = 'open'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ORDER BY p.product_id;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You can add conditions to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with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AND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; typically put result filters in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For an inner join the two are equivalent; the difference matters with outer joins (next lesson).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3 open defects with their products. Defect 3 (NULL product) is not shown.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Legacy Syntax and USING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Implicit join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486400" cy="1245108"/>
          </a:xfrm>
          <a:prstGeom prst="roundRect">
            <a:avLst>
              <a:gd name="adj" fmla="val 587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084064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SELECT o.order_id, c.full_name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orders o, customers c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WHERE o.customer_id = c.customer_id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ORDER BY o.order_id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LIMIT 3;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4853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USING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759707"/>
            <a:ext cx="548640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906012"/>
            <a:ext cx="5084064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SELECT order_id, full_name, status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INNER JOIN customers USING (customer_id)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WHERE order_id &lt; 103;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A comma between tables plus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the old implicit join; same result, but forgetting the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gives a cross join. Modern style uses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JOIN ... ON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USING (customer_id)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works when the key has the same name in both tables. Supported by SQLite, MySQL and PostgreSQL; not SQL Server.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ON vs 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Says how rows match.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WHERE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Says which result rows to keep.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Keep roles apart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Matching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with a cross join still works, but mixing the two roles makes queries harder to read.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QA Scenarios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Using inner joins to verify data, and the silent-drop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1: Order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UI test opens order 104 and reads the customer name "Carla Gomez".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5486400" cy="963168"/>
          </a:xfrm>
          <a:prstGeom prst="roundRect">
            <a:avLst>
              <a:gd name="adj" fmla="val 75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084064" cy="67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c.full_name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INNER JOIN customers AS c ON c.customer_id = o.customer_id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WHERE o.order_id = 104;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2064" y="2221991"/>
            <a:ext cx="51197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database check returns 1 row: Carla Gomez.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test asserts the UI value equals this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2: Silent Drop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"Completed orders should equal completed orders joined to customers."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7132320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6729983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(SELECT COUNT(*) FROM orders WHERE status = 'completed') AS completed_orders,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(SELECT COUNT(*)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FROM orders AS o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INNER JOIN customers AS c ON c.customer_id = o.customer_id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WHERE o.status = 'completed')                         AS completed_with_customer;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7984" y="2221991"/>
            <a:ext cx="347380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8 completed orders, only 6 with a customer.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inner join quietly removed orders 107 and 108.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 report built this way loses them from revenue with no error.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Compare counts before and after the join.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3: Price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Which order lines were sold at a price different from the current product price?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58368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6181344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i.item_id, p.product_name, i.unit_price AS sold_price, p.unit_price AS list_price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order_items AS i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INNER JOIN products AS p ON p.product_id = i.product_id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WHERE i.unit_price &lt;&gt; p.unit_price;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9344" y="2221991"/>
            <a:ext cx="402244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0 rows; all matched items sold at list price.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Item 15 (product 999) was not even checked: it matches no product, invisible to the inner join.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Dialect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INNER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behaves identically in SQLite, MySQL, PostgreSQL, SQL Server and Oracle.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Differences are in optional features: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USING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is not in SQL Server; string quoting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LIMIT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vs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TOP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vary.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How the database physically executes a join (and how to make it fast) is a later-week performance topic.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Forgetting the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condition, producing a cross join.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Joining on the wrong columns (for example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o.order_id = c.customer_id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): runs without error, returns wrong rows.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Not qualifying columns that exist in both tables.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Assuming an inner join keeps all rows from the first table.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Summing or counting after a join without thinking about row multiplication.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Expecting a join on NULL keys to match.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Data is split across tables to avoid repetition; joins reconnect it at query time.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INNER JOIN ... ON a.key = b.key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returns only rows with a match on both sides.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88036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295351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Unmatched rows and rows whose key is NULL are silently dropped.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42900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50215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table aliases and qualify every column to avoid ambiguity errors.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One-to-many joins repeat the "one" side; be careful when summing or counting.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missing or wrong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gives a Cartesian product or nonsense results.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88036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295351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Inner joins can hide orphans and missing data; compare counts before and after joining.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42900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50215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Next: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LEFT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RIGHT JOIN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keep unmatched rows, which is how we find the orphans.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SQLite documentation, SELECT (the JOIN clause)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https://www.sqlite.org/lang_select.html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PostgreSQL documentation, Joins Between Tables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https://www.postgresql.org/docs/current/tutorial-join.html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MySQL Reference Manual, JOIN clause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https://dev.mysql.com/doc/refman/8.0/en/join.html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3278</Words>
  <Application>Microsoft Office PowerPoint</Application>
  <PresentationFormat>Widescreen</PresentationFormat>
  <Paragraphs>376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Courier New</vt:lpstr>
      <vt:lpstr>Wingdings</vt:lpstr>
      <vt:lpstr>Learners Point</vt:lpstr>
      <vt:lpstr>INNER JOIN</vt:lpstr>
      <vt:lpstr>Learning Objectives (1 of 2)</vt:lpstr>
      <vt:lpstr>Learning Objectives (2 of 2)</vt:lpstr>
      <vt:lpstr>Practice Database Recap</vt:lpstr>
      <vt:lpstr>Planted Data Problems (1 of 2)</vt:lpstr>
      <vt:lpstr>Planted Data Problems (2 of 2)</vt:lpstr>
      <vt:lpstr>Why This Matters</vt:lpstr>
      <vt:lpstr>Why Join?</vt:lpstr>
      <vt:lpstr>One Flat Table</vt:lpstr>
      <vt:lpstr>Linking Tables With Keys</vt:lpstr>
      <vt:lpstr>CROSS JOIN: All Combinations</vt:lpstr>
      <vt:lpstr>Inner Join = Filtered Cross Join</vt:lpstr>
      <vt:lpstr>INNER JOIN Syntax</vt:lpstr>
      <vt:lpstr>INNER JOIN Syntax</vt:lpstr>
      <vt:lpstr>First Join: Orders With Names</vt:lpstr>
      <vt:lpstr>Reading the First Result</vt:lpstr>
      <vt:lpstr>Table Aliases</vt:lpstr>
      <vt:lpstr>The Ambiguity Error</vt:lpstr>
      <vt:lpstr>Why Qualify Columns?</vt:lpstr>
      <vt:lpstr>What Is Kept</vt:lpstr>
      <vt:lpstr>What an Inner Join Keeps</vt:lpstr>
      <vt:lpstr>NULL Never Matches</vt:lpstr>
      <vt:lpstr>NULL and Joins</vt:lpstr>
      <vt:lpstr>Row Multiplication</vt:lpstr>
      <vt:lpstr>Multiplication Breaks Totals</vt:lpstr>
      <vt:lpstr>More Joins</vt:lpstr>
      <vt:lpstr>Joining Four Tables</vt:lpstr>
      <vt:lpstr>Extra Conditions in ON</vt:lpstr>
      <vt:lpstr>Legacy Syntax and USING</vt:lpstr>
      <vt:lpstr>ON vs WHERE</vt:lpstr>
      <vt:lpstr>QA Scenarios</vt:lpstr>
      <vt:lpstr>Scenario 1: Order Screen</vt:lpstr>
      <vt:lpstr>Scenario 2: Silent Drop</vt:lpstr>
      <vt:lpstr>Scenario 3: Price Audit</vt:lpstr>
      <vt:lpstr>Dialect Notes</vt:lpstr>
      <vt:lpstr>Common Mistakes</vt:lpstr>
      <vt:lpstr>Summary (1 of 2)</vt:lpstr>
      <vt:lpstr>Summary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2</cp:revision>
  <dcterms:modified xsi:type="dcterms:W3CDTF">2026-10-20T11:34:34Z</dcterms:modified>
</cp:coreProperties>
</file>