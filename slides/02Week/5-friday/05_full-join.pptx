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10/20/2026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10/20/2026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FULL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Find mismatches on both sides at once, and emulate FULL JOIN where the database does not support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1537335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FULL JOIN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3867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04439" y="3520439"/>
            <a:ext cx="937259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CASE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3313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98899" y="3520439"/>
            <a:ext cx="213741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reconciliation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22774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93509" y="3520439"/>
            <a:ext cx="225742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UNION emulation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4237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308134" y="3520439"/>
            <a:ext cx="117729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EXCEPT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57686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942624" y="3520439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migration checks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what a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FULL (OUTER) JOIN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returns and how it relates to inner, left and right joins.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Write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FULL JOIN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queries and read the three kinds of rows: matched, left-only and right-only.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CASE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to label each row as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matched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left only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right only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Find mismatches on both sides at once (a reconciliation query).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Emulate a FULL JOIN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LEFT JOIN ... UNION ... LEFT JOIN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where it is missing (MySQL, old SQLite) and prove the emulation gives the same answer.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State which databases support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FULL JOIN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which do not.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Apply FULL JOIN to QA tasks such as comparing a source and target after a data migration.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Database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648712"/>
        </p:xfrm>
        <a:graphic>
          <a:graphicData uri="http://schemas.openxmlformats.org/drawingml/2006/table">
            <a:tbl>
              <a:tblPr/>
              <a:tblGrid>
                <a:gridCol w="2742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8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Columns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customers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full_name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email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country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created_date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products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product_name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category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orders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order_date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total_amount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order_items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item_id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quantity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payments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payment_id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amount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method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defects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defect_id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(FK, nullable),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title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severity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found_date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Planted Data Problems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Duplicate customer (IDs 2 and 8, same email); NULL email (customer 6).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Customers 6, 8, 9, 10 never ordered.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107 has customer 99 who does not exist; order 108 has a NULL customer (guest).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109 has no items.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totals that do not match their items (103, 110, 112; 109 also fails, having no items).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Planted Data Problems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Duplicate item rows (IDs 5 and 13); item 14 points to missing order 999; item 15 points to missing product 999; item 16 has quantity -1.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Payment 10 points to missing order 888; payments 2 and 11 are duplicates.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Products 7 and 8 were never sold; defect 3 has no product.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Full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CREATE TABLE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INSERT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script: see the lesson "INSERT, UPDATE and DELETE".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LEFT JOIN ... IS NULL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looks in one direction: "which orders have no customer?". Validation is often two-sided.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After a data migration, check nothing was lost (in the old system, not the new) and nothing unexpected appeared (in the new, not the old).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When reconciling orders and payments, find orders with no payment and payments with no order in one report.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When comparing expected test data with actual results, both missing and extra rows are failures.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FULL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less common than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INNER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LEFT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in application queries, but a precise tool for QA reconciliation.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FULL JOIN Does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Both circles, completely filled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FULL JOIN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FULL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(also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FULL OUTER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 returns all rows from both tables.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Rows that match are combined into one row (like an inner join).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Left-table rows without a match appear with NULLs for the right columns (like a left join).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Right-table rows without a match appear with NULLs for the left columns (like a right join).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Another view: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FULL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=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INNER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+ left-only rows + right-only 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Venn Picture and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Picture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852160" cy="795528"/>
          </a:xfrm>
          <a:prstGeom prst="roundRect">
            <a:avLst>
              <a:gd name="adj" fmla="val 91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44982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INNER JOIN        LEFT JOIN         RIGHT JOIN        FULL JOIN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(  [##]  )       ([####]  )        (  [####])        ([######])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overlap only     left + overlap    overlap + right   everything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03580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Syntax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310128"/>
            <a:ext cx="5852160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456432"/>
            <a:ext cx="5449824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 columns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   table_a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FULL JOIN table_b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ON table_a.key = table_b.key;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Inner: overlap only. Left: left plus overlap. Right: overlap plus right. Full: everything.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FULL OUTER JOIN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the same thing;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OUTER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optional.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Database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Version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4206240" cy="467868"/>
          </a:xfrm>
          <a:prstGeom prst="roundRect">
            <a:avLst>
              <a:gd name="adj" fmla="val 1563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3803903" cy="175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sqlite_version() AS sqlite_version;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0814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2982468"/>
            <a:ext cx="4206240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128772"/>
            <a:ext cx="3803903" cy="85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sqlite_version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--------------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3.45.1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(1 row)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1904" y="1783080"/>
            <a:ext cx="6399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SQLite added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RIGHT JOIN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FULL JOIN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in version 3.39.0 (2022).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All examples ran on SQLite 3.45.1, so they use real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FULL JOIN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On older SQLite (error: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RIGHT and FULL OUTER JOINs are not currently supported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 or MySQL, use the emulation later in this lesson.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FULL JOIN Support by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747772"/>
        </p:xfrm>
        <a:graphic>
          <a:graphicData uri="http://schemas.openxmlformats.org/drawingml/2006/table">
            <a:tbl>
              <a:tblPr/>
              <a:tblGrid>
                <a:gridCol w="5485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5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Database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FULL JOIN support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PostgreSQL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SQL Server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Oracle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SQLite 3.39 and newer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SQLite older than 3.39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No (emulate)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MySQL / MariaDB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No (emulate)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Reading a FULL 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Matched, left-only and right-only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First FULL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Customers and orders.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94944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547103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c.customer_id, c.full_name, o.order_id, o.customer_id AS order_customer_id, o.status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FULL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ORDER BY c.customer_id, o.order_id;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5104" y="2221991"/>
            <a:ext cx="365668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Matched rows: customer 1 with orders 101 and 102.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Left-only rows: customers 6, 8, 9, 10, with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order_id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NULL.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Right-only rows: orders 107 (customer 99) and 108 (NULL customer), with NULL customer columns.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Counting the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Row total: 10 matched + 4 left-only + 2 right-only = 16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COUNT(*)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returns 16).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SQLite places NULLs first when sorting ascending, so the right-only rows appear at the top.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Other databases may sort NULLs last: always add an explicit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do not depend on where NULLs land.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CASE Expression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572000" cy="1435608"/>
          </a:xfrm>
          <a:prstGeom prst="roundRect">
            <a:avLst>
              <a:gd name="adj" fmla="val 50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169663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CASE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WHEN condition1 THEN result1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WHEN condition2 THEN result2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ELSE default_result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47664" y="1783080"/>
            <a:ext cx="60341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CASE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works like if / elif / else: conditions are checked in order; the first true one returns its value.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 is not a core Week 2 topic; used here as a labelling tool.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Tagging Every 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217920" cy="2212848"/>
          </a:xfrm>
          <a:prstGeom prst="roundRect">
            <a:avLst>
              <a:gd name="adj" fmla="val 330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815583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CASE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WHEN c.customer_id IS NULL THEN 'right only (order has no customer)'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WHEN o.order_id    IS NULL THEN 'left only (customer has no orders)'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ELSE 'matched'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END AS row_type,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c.customer_id,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c.full_name,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o.order_id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FULL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ORDER BY row_type, c.customer_id, o.order_id;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3584" y="1783080"/>
            <a:ext cx="43882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16 rows labelled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left only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matched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right only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Test the primary keys for NULL: a NULL key means no row came from that 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Summarising by Row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486400" cy="2304288"/>
          </a:xfrm>
          <a:prstGeom prst="roundRect">
            <a:avLst>
              <a:gd name="adj" fmla="val 317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084064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row_type, COUNT(*) AS row_count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(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SELECT CASE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 WHEN c.customer_id IS NULL THEN 'right only'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 WHEN o.order_id    IS NULL THEN 'left only'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 ELSE 'matched'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END AS row_type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FROM customers AS c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FULL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GROUP BY row_type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ORDER BY row_type;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Grouping is explained later today; read it as "count the rows of each type".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left only 4, matched 10, right only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Keep Only the Mismatches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Two-sided anti-join: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WHERE left_pk IS NULL OR right_pk IS NULL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76656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36422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c.customer_id, c.full_name, o.order_id, o.customer_id AS order_customer_id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FULL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WHERE c.customer_id IS NULL OR o.order_id IS NULL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ORDER BY c.customer_id, o.order_id;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2224" y="2221991"/>
            <a:ext cx="383956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heart of a reconciliation report.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6 rows: the four customers with no orders and the two orders with no customer.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LEFT JOIN lesson needed two separate queries for this.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More FULL JOIN Examples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Orders versus payments, items versus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Orders vs Payments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344168"/>
          </a:xfrm>
          <a:prstGeom prst="roundRect">
            <a:avLst>
              <a:gd name="adj" fmla="val 54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o.order_id, o.status, o.total_amount,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pay.payment_id, pay.order_id AS payment_order_id, pay.amount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FULL JOIN payments AS pay ON pay.order_id = o.order_id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WHERE o.order_id IS NULL OR pay.payment_id IS NULL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ORDER BY o.order_id, pay.payment_id;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Result: payment 10 (order 888 does not exist) and orders 105, 109, 112 with no payment.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105 and 109 are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pending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(expected); 112 is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completed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with no payment, which is suspicious.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Order 102 (payments 2 and 11) is not listed: FULL JOIN finds missing partners, not duplicates. Duplicates need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GROUP BY ... HAVING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Items vs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084064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i.item_id, i.order_id AS item_order_id,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o.order_id, o.status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order_items AS i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FULL JOIN orders AS o ON o.order_id = i.order_id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i.item_id IS NULL OR o.order_id IS NULL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 BY o.order_id, i.item_id;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item 14 (order 999 missing) and order 109 (no items), found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Emulating FULL 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Where FULL JOIN is not supported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Emulation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full join is everything from a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plus the right-only rows.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Two standard recipes follow. Both give identical results and both are widely used in MySQL.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Recipe A: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UNION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of a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a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RIGHT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(MySQL supports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RIGHT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Recipe B: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UNION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of two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s (works even on old SQLite, which lacks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RIGHT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Recipe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... FROM a LEFT  JOIN b ON ...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UNION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... FROM a RIGHT JOIN b ON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Same select list in both halves.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UNION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stacks the two results and removes duplicate rows.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Recipe B: Two LEFT JOINs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669280" cy="2304287"/>
          </a:xfrm>
          <a:prstGeom prst="roundRect">
            <a:avLst>
              <a:gd name="adj" fmla="val 317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266944" cy="2011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c.customer_id, c.full_name, o.order_id, o.status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LEFT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UNION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c.customer_id, c.full_name, o.order_id, o.status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LEFT JOIN customers AS c ON c.customer_id = o.customer_id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1, 3;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4944" y="1783080"/>
            <a:ext cx="49368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Swap the tables in the second query so it is also a LEFT JOIN; select the same columns in the same order.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First query: all customers plus matching orders. Second: all orders plus matching customers.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UNION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collapses the matched rows that appear in both halves.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ORDER BY 1, 3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sorts by output column positions.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Result: 16 rows, identical to the real FULL JOIN.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UNION vs UNION ALL, and a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UNION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removes duplicates;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UNION ALL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keeps every row.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UNION ALL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in Recipe B would duplicate the matched rows (they appear in both halves).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UNION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can wrongly collapse rows that are genuinely identical in your result columns: if two different orders were identical in every selected column, the count would be too small.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most exact emulation adds the right-only rows with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UNION ALL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Exact Emulation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669280" cy="2487168"/>
          </a:xfrm>
          <a:prstGeom prst="roundRect">
            <a:avLst>
              <a:gd name="adj" fmla="val 29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266944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c.customer_id, c.full_name, o.order_id, o.status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LEFT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UNION ALL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NULL, NULL, o.order_id, o.status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LEFT JOIN customers AS c ON c.customer_id = o.customer_id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c.customer_id IS NULL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1, 3;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4944" y="1783080"/>
            <a:ext cx="49368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First half: matched and left-only rows.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Second half: only right-only rows (an anti-join), so nothing is double-counted; customer columns are output as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NULL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the same 16 rows.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Proving Two Queries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Full script: see the lesson (the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emulated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CTE repeats the exact emulation).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400800" cy="2471928"/>
          </a:xfrm>
          <a:prstGeom prst="roundRect">
            <a:avLst>
              <a:gd name="adj" fmla="val 29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998464" cy="2179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WITH real_full AS (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SELECT c.customer_id, c.full_name, o.order_id, o.status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FROM customers AS c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FULL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),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emulated AS (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-- ...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'real minus emulated' AS direction, COUNT(*) AS different_rows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(SELECT * FROM real_full EXCEPT SELECT * FROM emulated)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UNION ALL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'emulated minus real', COUNT(*)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(SELECT * FROM emulated EXCEPT SELECT * FROM real_full);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221991"/>
            <a:ext cx="42053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tester should not just trust an emulation.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returns rows in the first result that are not in the second.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0 different rows in both directions, so the results are identical.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WITH and EXCEPT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WITH name AS ( ... 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gives a query a temporary name so you can use it like a table further down.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Here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real_full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the true FULL JOIN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emulated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our recipe.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Both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directions return 0 differing rows, so the emulation is exactly equivalent.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two-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comparison is itself a good validation tool for any two result sets; used again in "Test-data validation using SQL".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Migration Reconciliation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A QA example: before and after a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Migration Scratch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Two small scratch tables compare a source with a migrated copy.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035040" cy="2426208"/>
          </a:xfrm>
          <a:prstGeom prst="roundRect">
            <a:avLst>
              <a:gd name="adj" fmla="val 301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632703" cy="213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CREATE TABLE demo_source_customers (customer_id INTEGER, email TEXT);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CREATE TABLE demo_migrated_customers (customer_id INTEGER, email TEXT);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demo_source_customers VALUES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(1, 'alice@example.com'),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(2, 'bob@example.com'),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(3, 'carla@example.com'),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(4, 'dev@example.com');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demo_migrated_customers VALUES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(1, 'alice@example.com'),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(2, 'bob@EXAMPLE.com'),     -- changed case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(4, 'dev@example.com'),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(5, 'extra@example.com');    -- appeared from nowhere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704" y="2221991"/>
            <a:ext cx="457108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Migrated data: customer 2 email case changed, customer 3 missing, customer 5 appeared from nowhere.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Migration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372868"/>
          </a:xfrm>
          <a:prstGeom prst="roundRect">
            <a:avLst>
              <a:gd name="adj" fmla="val 30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080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COALESCE(s.customer_id, m.customer_id) AS customer_id,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CASE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WHEN m.customer_id IS NULL THEN 'MISSING in target'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WHEN s.customer_id IS NULL THEN 'EXTRA in target'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WHEN s.email &lt;&gt; m.email    THEN 'EMAIL DIFFERS'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ELSE 'OK'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END AS result,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s.email AS source_email,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m.email AS target_email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FROM demo_source_customers AS s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FULL JOIN demo_migrated_customers AS m ON m.customer_id = s.customer_id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ORDER BY customer_id;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1 OK, 2 EMAIL DIFFERS, 3 MISSING in target, 4 OK, 5 EXTRA in target.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COALESCE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picks the ID from whichever side has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Real tests would assert that the number of non-OK rows is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Clean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75488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3525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DROP TABLE demo_source_customers;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DROP TABLE demo_migrated_customers;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30544" y="1783080"/>
            <a:ext cx="58512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Drop the scratch tables when finished.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Which Join Do I Use?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124963"/>
        </p:xfrm>
        <a:graphic>
          <a:graphicData uri="http://schemas.openxmlformats.org/drawingml/2006/table">
            <a:tbl>
              <a:tblPr/>
              <a:tblGrid>
                <a:gridCol w="6583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Question you are asking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Join to 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Show me related data, ignore anything unmatched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INNER JOIN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Show all of A, with B where it exists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LEFT JOIN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Which A rows have no B?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LEFT JOIN ... WHERE b.pk IS 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Compare two sets, find missing and extra in either direction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FULL JOIN ... WHERE a.pk IS NULL OR b.pk IS 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Reconcile on a Unique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371600"/>
          </a:xfrm>
          <a:prstGeom prst="roundRect">
            <a:avLst>
              <a:gd name="adj" fmla="val 6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TIP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Because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FULL JOIN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can multiply rows exactly like other joins, one-to-many matches produce several output rows. Reconcile on a unique key whenever you can.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Using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FULL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in MySQL (syntax error) or in old SQLite.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Using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UNION ALL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of two full left joins in the emulation, which double-counts matched rows.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Using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UNION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when rows can be legitimately identical, silently merging them.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Different column lists or column orders in the two halves of the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UNION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Detecting no match with a nullable column instead of the primary key.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Forgetting that duplicate rows (such as the double payment) are not revealed by a join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FULL JOIN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returns matched, left-only and right-only rows: everything from both tables.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WHERE a.pk IS NULL OR b.pk IS NULL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keeps only mismatches, ideal for reconciliation after migrations or loads.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Label rows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CASE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COALESCE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show the key from whichever side has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Supported by PostgreSQL, SQL Server, Oracle and SQLite 3.39+. MySQL and older SQLite lack it: emulate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+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UNION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+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UNION ALL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+ anti-join).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Verify emulations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 both directions.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Joins find missing partners, not duplicates; duplicate detection uses grouping (later today).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documentation, SELECT (outer joins, compound SELECT)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https://www.sqlite.org/lang_select.html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PostgreSQL documentation, Joined Tables (FULL OUTER JOIN)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https://www.postgresql.org/docs/current/queries-table-expressions.html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MySQL Reference Manual, UNION clause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https://dev.mysql.com/doc/refman/8.0/en/union.html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3558</Words>
  <Application>Microsoft Office PowerPoint</Application>
  <PresentationFormat>Widescreen</PresentationFormat>
  <Paragraphs>418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Courier New</vt:lpstr>
      <vt:lpstr>Wingdings</vt:lpstr>
      <vt:lpstr>Learners Point</vt:lpstr>
      <vt:lpstr>FULL JOIN</vt:lpstr>
      <vt:lpstr>Learning Objectives (1 of 2)</vt:lpstr>
      <vt:lpstr>Learning Objectives (2 of 2)</vt:lpstr>
      <vt:lpstr>Practice Database Recap</vt:lpstr>
      <vt:lpstr>Planted Data Problems (1 of 2)</vt:lpstr>
      <vt:lpstr>Planted Data Problems (2 of 2)</vt:lpstr>
      <vt:lpstr>Why This Matters</vt:lpstr>
      <vt:lpstr>What FULL JOIN Does</vt:lpstr>
      <vt:lpstr>What FULL JOIN Returns</vt:lpstr>
      <vt:lpstr>The Venn Picture and Syntax</vt:lpstr>
      <vt:lpstr>Database Support</vt:lpstr>
      <vt:lpstr>FULL JOIN Support by Database</vt:lpstr>
      <vt:lpstr>Reading a FULL JOIN</vt:lpstr>
      <vt:lpstr>First FULL JOIN</vt:lpstr>
      <vt:lpstr>Counting the Rows</vt:lpstr>
      <vt:lpstr>The CASE Expression</vt:lpstr>
      <vt:lpstr>Tagging Every Row</vt:lpstr>
      <vt:lpstr>Summarising by Row Type</vt:lpstr>
      <vt:lpstr>Keep Only the Mismatches</vt:lpstr>
      <vt:lpstr>More FULL JOIN Examples</vt:lpstr>
      <vt:lpstr>Orders vs Payments</vt:lpstr>
      <vt:lpstr>Items vs Orders</vt:lpstr>
      <vt:lpstr>Emulating FULL JOIN</vt:lpstr>
      <vt:lpstr>The Emulation Idea</vt:lpstr>
      <vt:lpstr>Recipe A</vt:lpstr>
      <vt:lpstr>Recipe B: Two LEFT JOINs</vt:lpstr>
      <vt:lpstr>UNION vs UNION ALL, and a Trap</vt:lpstr>
      <vt:lpstr>The Exact Emulation</vt:lpstr>
      <vt:lpstr>Proving Two Queries Match</vt:lpstr>
      <vt:lpstr>WITH and EXCEPT</vt:lpstr>
      <vt:lpstr>Migration Reconciliation</vt:lpstr>
      <vt:lpstr>Migration Scratch Tables</vt:lpstr>
      <vt:lpstr>The Migration Report</vt:lpstr>
      <vt:lpstr>Clean Up</vt:lpstr>
      <vt:lpstr>Which Join Do I Use?</vt:lpstr>
      <vt:lpstr>Reconcile on a Unique Key</vt:lpstr>
      <vt:lpstr>Common Mistakes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2</cp:revision>
  <dcterms:modified xsi:type="dcterms:W3CDTF">2026-10-20T11:35:37Z</dcterms:modified>
</cp:coreProperties>
</file>