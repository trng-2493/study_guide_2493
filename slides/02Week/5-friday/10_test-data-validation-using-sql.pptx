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Test-Data Validation Using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Write every check as a violations query, combine checks into a reusable suite, reconcile source and target, and plug the checks into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261747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violations queries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1881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84574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8 categories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7339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9154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validation suite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080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73794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reconciliation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1026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468404" y="3520439"/>
            <a:ext cx="261747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set-up / tear-down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417731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454307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Python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test-data validation is and why QA engineers check the database directly, not only the UI.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Classify checks: row counts, uniqueness, completeness, referential integrity, validity, consistency and business rules.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each check as a query that returns the violating rows, so "zero rows = pass".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Combine many checks into one reusable validation suite reporting name, severity and violation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Reconcile data between a source and a target (row counts, aggregate checksums, two-way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Design safe test-data set-up and tear-down with recognisable markers and a verification step.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Plug SQL checks into automation by running them from a short Python script that fails the run on violations.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capstone lesson of the SQL part of the week: DML, constraints, joins, subqueries, grouping and aggregates come together.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UI can lie or hide: a page may show a calculated total while the stored value is wrong, or a report may silently drop orders with no customer.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Bugs are cheaper to find in the data: an orphan order or negative quantity today becomes a failed invoice or crashed report next month.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Automation needs fast, precise assertions: a SQL check is quick, independent of the UI and repeatable after every deployment or load.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data itself must be trustworthy: if the starting data is broken, test results are meaningless.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Validation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violations-query convention and the eight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Test-Data Validation?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queries to check that database data is correct, complete, consistent and fit for purpose.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Before tests run (is the starting data good?), during tests (did the application store the right thing?), or after loads and migrations (did every record arrive intact?).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Violations-Query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011680"/>
          </a:xfrm>
          <a:prstGeom prst="roundRect">
            <a:avLst>
              <a:gd name="adj" fmla="val 409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CORE IDEA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Write every check as a query that returns the rows that BREAK the rule. If it returns no rows (or a count of 0), the check passes. Any row returned is a failure, and it is your evidence. Advantages: easy to read, works for any rule, and the failing rows tell you exactly what to fix or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Categories of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4276598"/>
        </p:xfrm>
        <a:graphic>
          <a:graphicData uri="http://schemas.openxmlformats.org/drawingml/2006/table">
            <a:tbl>
              <a:tblPr/>
              <a:tblGrid>
                <a:gridCol w="54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Typical tool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Row counts / completeness of load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Did all the rows arrive?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COUNT(*)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Uniqueness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Are there duplicates where there should be none?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GROUP BY ... HAVING COUNT(*) &gt; 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Completeness of fields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Are required values missing (NULL/empty)?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WHERE col IS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Referential integrity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Does every foreign key point to a real parent?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LEFT JOIN ... IS NULL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NOT EXISTS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Validity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Are values inside allowed ranges, formats and lists?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WHERE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with comparisons,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LIKE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Consistency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Do related tables agree (totals, statuses)?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joins + aggregates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Business rules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Is the data logically sensible for the domain?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any combination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Reconciliation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Does the target equal the source?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counts, sums,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EXCEPT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FULL JOIN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Checks by Category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Row counts, uniqueness, completeness, referential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1: Row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1298448"/>
          </a:xfrm>
          <a:prstGeom prst="roundRect">
            <a:avLst>
              <a:gd name="adj" fmla="val 563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'customers'   AS table_name, COUNT(*) AS row_count FROM customers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 SELECT 'products',    COUNT(*) FROM products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 SELECT 'orders',      COUNT(*) FROM orders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 SELECT 'order_items', COUNT(*) FROM order_items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 SELECT 'payments',    COUNT(*) FROM payments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 SELECT 'defects',     COUNT(*) FROM defects;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simplest check, and the first after any data load: compare with the expected number (source file, spec, previous run).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customers 10, products 8, orders 12, order_items 16, payments 11, defects 6.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If a CSV had 12 customers and only 10 arrived, you found a data-loss bug before any test ran.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2: Uniqueness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Rule: emails should be unique among customers.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315200" cy="1130808"/>
          </a:xfrm>
          <a:prstGeom prst="roundRect">
            <a:avLst>
              <a:gd name="adj" fmla="val 64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91286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email, COUNT(*) AS occurrences, GROUP_CONCAT(customer_id) AS customer_ids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email IS NOT NULL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GROUP BY email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HAVING COUNT(*) &gt;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0864" y="2221991"/>
            <a:ext cx="32909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bob@example.com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2 occurrences, customer IDs 2,8.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Names alone are not a uniqueness rule (two people may share a name): check the business key, here the email. Choosing the right key is part of the QA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2: Uniqueness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Duplicate order 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8046720" cy="963168"/>
          </a:xfrm>
          <a:prstGeom prst="roundRect">
            <a:avLst>
              <a:gd name="adj" fmla="val 75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644384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order_id, product_id, COUNT(*) AS occurrences, GROUP_CONCAT(item_id) AS item_ids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order_items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GROUP BY order_id, product_id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HAVING COUNT(*) &gt;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0344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Duplicate payments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77768"/>
            <a:ext cx="804672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624072"/>
            <a:ext cx="7644384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amount, status, COUNT(*) AS occurrences, GROUP_CONCAT(payment_id) AS payment_ids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payments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GROUP BY order_id, amount, status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HAVING COUNT(*) &gt; 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2384" y="1783080"/>
            <a:ext cx="25594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Rule: an order should not list the same product twice. Result: order 103, product 4, items 5,13.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Rule: no double charge (same order, amount and status twice). Result: order 102, 30.48, payments 2,11.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3: Completeness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Missing or empty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68096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27862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customer_id, full_name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email IS NULL OR TRIM(email) = '';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8152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NULL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355848"/>
            <a:ext cx="76809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02152"/>
            <a:ext cx="72786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SUM(CASE WHEN customer_id IS NULL THEN 1 ELSE 0 END) AS orders_without_customer,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SUM(CASE WHEN order_date  IS NULL THEN 1 ELSE 0 END) AS orders_without_date,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SUM(CASE WHEN status      IS NULL THEN 1 ELSE 0 END) AS orders_without_status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6624" y="1783080"/>
            <a:ext cx="29251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customer 6 (Frank Lee).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TRIM(email) = ''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also catches emails that are empty or only spaces: not NULL, but still missing. Always test both.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NULL summary result: 1 order without customer, 0 without date, 0 without status.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Category 4: Orders Without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NULL is not counted: NULL means no parent.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o.order_id, o.customer_id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LEFT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o.customer_id IS NOT NULL AND c.customer_id IS NULL;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order 107 (customer 99).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These are the left-join lesson's checks packaged as violations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4: Order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8229600" cy="1633728"/>
          </a:xfrm>
          <a:prstGeom prst="roundRect">
            <a:avLst>
              <a:gd name="adj" fmla="val 447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7827264" cy="1341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i.item_id,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CASE WHEN o.order_id   IS NULL THEN 'order missing'   ELSE '' END AS order_problem,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CASE WHEN p.product_id IS NULL THEN 'product missing' ELSE '' END AS product_problem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LEFT JOIN orders   AS o ON o.order_id   = i.order_id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LEFT JOIN products AS p ON p.product_id = i.product_id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o.order_id IS NULL OR p.product_id IS NULL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ORDER BY i.item_id;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264" y="1783080"/>
            <a:ext cx="23765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item 14 (order missing) and item 15 (product missing).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4: Payments, Parents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Payments without an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804672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64438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pay.payment_id, pay.order_id, pay.amount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payments AS pay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NOT EXISTS (SELECT 1 FROM orders AS o WHERE o.order_id = pay.order_id);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8152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Orders with no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355848"/>
            <a:ext cx="804672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02152"/>
            <a:ext cx="764438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o.order_id, o.status, o.total_amount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NOT EXISTS (SELECT 1 FROM order_items AS i WHERE i.order_id = o.order_id);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2384" y="1783080"/>
            <a:ext cx="25594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Payments without an order: payment 10 (order 888).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Parent without required children: order 109 (pending, 80.0).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PRAGMA foreign_key_check;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lists FK violations in SQLite in one command; the join-based queries are portable to every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Validity and Consistency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Ranges, formats, and cross-table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5: Impossible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item_id, order_id, quantity, unit_price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order_items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quantity &lt;= 0 OR unit_price &lt;= 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item 16 (order 112, quantity -1).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5: Allowed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Any status outside the list would be returned.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31520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91286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status IS NULL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OR status NOT IN ('pending', 'shipped', 'completed', 'cancelled');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0864" y="2221991"/>
            <a:ext cx="32909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0 rows, which is what a passing check looks like.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5: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Date format (GLOB)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8595360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8193024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customer_id, created_date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created_date IS NULL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OR created_date NOT GLOB '[0-9][0-9][0-9][0-9]-[0-9][0-9]-[0-9][0-9]';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339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Email shape (LIKE)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08248"/>
            <a:ext cx="8595360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654552"/>
            <a:ext cx="8193024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customer_id, email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email IS NOT NULL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AND email NOT LIKE '%_@_%._%';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1024" y="1783080"/>
            <a:ext cx="20107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Dates stored as text should follow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YYYY-MM-DD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 SQLite's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GLOB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uses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[0-9]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for a digit; other databases use regular expressions or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LIKE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patterns.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Both return 0 rows: all nine non-NULL emails are well formed. Real email validation is far more complex; this is a smoke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5: Logical Date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An order cannot be placed before the customer existed.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94944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547103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o.order_id, o.order_date, c.customer_id, c.created_date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INNER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o.order_date &lt; c.created_date;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2221991"/>
            <a:ext cx="36566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0 rows; it passes.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check that always passes might be useless: also prove a check can fail, by testing it against deliberately bad data (see the testing-the-test section).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6: Header vs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derived table and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so orders without lines are included.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852160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449824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o.order_id, o.total_amount AS header_total, it.items_total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LEFT JOIN (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SELECT order_id, SUM(quantity * unit_price) AS items_total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FROM order_items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GROUP BY order_id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) AS it ON it.order_id = o.order_id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ROUND(o.total_amount, 2) &lt;&gt; ROUND(COALESCE(it.items_total, 0), 2)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ORDER BY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7824" y="2221991"/>
            <a:ext cx="47539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103 (150 vs 300, duplicate line), 109 (80 vs NULL, no lines), 110 (55 vs 50), 112 (9.99 vs -9.99, negative line).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COALESCE(..., 0)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treats no lines as a total of zero so order 109 is reported.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6: Paid vs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Completed orders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969008"/>
          </a:xfrm>
          <a:prstGeom prst="roundRect">
            <a:avLst>
              <a:gd name="adj" fmla="val 37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167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o.order_id, o.total_amount, COALESCE(pa.paid_total, 0) AS paid_total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LEFT JOIN (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SELECT order_id, SUM(amount) AS paid_total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FROM payments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WHERE status = 'paid'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GROUP BY order_id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) AS pa ON pa.order_id = o.order_id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o.status = 'completed'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AND ROUND(o.total_amount, 2) &lt;&gt; ROUND(COALESCE(pa.paid_total, 0), 2)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ORDER BY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order 102 (30.48 total, 60.96 paid) and order 112 (9.99, 0).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102 was paid twice; 112 was completed with no payment at all. Either is a defect in the payment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6: Price vs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Sold price should match current list price, unless discounts are allowed.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31520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912864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i.item_id, i.product_id, i.unit_price AS sold_price, p.unit_price AS list_price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INNER JOIN products AS p ON p.product_id = i.product_id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i.unit_price &lt;&gt; p.unit_price;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0864" y="2221991"/>
            <a:ext cx="32909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0 rows; it passes.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check can only examine lines whose product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Category 7: Business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Business rules come from the product owner or specification, not from SQL itself.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cancelled order should not have an active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paid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 payment; it should have been refunded.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refunded payment should belong to a cancelled order.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completed order must have at least one item and at least one paid payment (covered by the consistency queries).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Business Rule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Cancelled but still paid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94944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547103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cancelled orders that still hold a 'paid' payment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o.order_id, pay.payment_id, pay.status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payments AS pay ON pay.order_id = o.order_id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o.status = 'cancelled' AND pay.status = 'paid';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47287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Refunded but not cancelled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21607"/>
            <a:ext cx="694944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67911"/>
            <a:ext cx="6547103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refunded payments on orders that are not cancelled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pay.payment_id,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payments AS pay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orders AS o ON o.order_id = pay.order_id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pay.status = 'refunded' AND o.status &lt;&gt; 'cancelled';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Both return 0 rows and pass: order 106 is cancelled and its payment is refunded, exactly as the rule expects.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Validation Suite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Many checks, one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One Row per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Combine the checks into a single result with one row per check: name, severity, number of violations, and PASS/FAIL.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This is the shape that automated tests and dashboards consume.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Suite Query (Excerpt)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Full script: see the lesson (13 more checks stacked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10424160" cy="1969008"/>
          </a:xfrm>
          <a:prstGeom prst="roundRect">
            <a:avLst>
              <a:gd name="adj" fmla="val 37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10021824" cy="167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checks AS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SELECT 'duplicate customer emails' AS check_name, 'HIGH' AS severity, COUNT(*) AS violations FROM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SELECT email FROM customers WHERE email IS NOT NULL GROUP BY email HAVING COUNT(*) &gt; 1)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UNION ALL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SELECT 'customers with missing email', 'LOW', COUNT(*) FROM customers WHERE email IS NULL OR TRIM(email) = ''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--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check_name, severity, violations,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CASE WHEN violations = 0 THEN 'PASS' ELSE 'FAIL' END AS result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checks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ORDER BY CASE result WHEN 'FAIL' THEN 0 ELSE 1 END, severity, check_name;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the Suite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WITH checks AS (...)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names the big union of checks as a temporary result called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checks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queried like a 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inner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returns the same three columns: a text name, a severity label and an integer count, so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can stack them.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outer query adds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PASS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/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FAIL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CASE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sorts failures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Suite Result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13 of the 14 checks fail; only one passes.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HIGH, FAIL: completed orders not fully paid (2); order totals differing from lines (4).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HIGH, FAIL, 1 each: duplicate customer emails; duplicate payments; non-positive quantities; order lines without a valid order; order lines without a valid product; orders pointing to missing customer; payments without a valid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Suite Result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LOW, FAIL: customers with missing email (1).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MEDIUM, FAIL, 1 each: duplicate order lines; orders with no customer (guest); orders without lines.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MEDIUM, PASS: invalid order status (0).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 a pipeline you would assert "no HIGH severity failures" and attach the table to the build report. To investigate one failing check, run its violations query to get the evidence rows.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Keep each check small, named and independent, so one failing check does not hide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Testing the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passing validation only means something if it would have failed on bad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1042416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1002182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BEGIN;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-- plant a bad row: negative price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INSERT INTO order_items (order_id, product_id, quantity, unit_price) VALUES (101, 1, 1, -5.00);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item_id, unit_price FROM order_items WHERE quantity &lt;= 0 OR unit_price &lt;= 0 ORDER BY item_id;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ROLLBACK;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COUNT(*) AS bad_rows_after_rollback FROM order_items WHERE quantity &lt;= 0 OR unit_price &lt;=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the Planted Row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Inside the transaction the check caught the planted row (17) as well as the original problem (16).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After the rollback the data is back to its original state: 1 bad row.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This is a negative test of your validation; good teams do it for every new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Reconciliation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Comparing source and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Three Levels of Rigour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After a migration, ETL job or file import, compare the target with the source, from quick to thorough.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 counts must match.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Aggregate checksums (sums, min, max of key numeric columns) must match.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Row-level comparison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(rows in one but not the other).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Simulating a Faulty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Scratch copies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on each 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8412480" cy="1519427"/>
          </a:xfrm>
          <a:prstGeom prst="roundRect">
            <a:avLst>
              <a:gd name="adj" fmla="val 481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8010144" cy="12268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CREATE TABLE demo_source AS SELECT customer_id, full_name, email, country FROM customers;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CREATE TABLE demo_target AS SELECT customer_id, full_name, email, country FROM customers;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-- simulate faulty migration: one row lost, one value corrupted, one extra row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DELETE FROM demo_target WHERE customer_id = 9;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UPDATE demo_target SET country = 'XX' WHERE customer_id = 4;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INSERT INTO demo_target VALUES (77, 'Ghost Customer', 'ghost@example.com', 'US');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8144" y="2221991"/>
            <a:ext cx="219364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One row lost (customer 9), one value corrupted (customer 4 country 'XX'), one extra row (customer 77).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Levels 1 and 2: Counts and Checksums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42416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021824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'source' AS side, COUNT(*) AS row_count, SUM(customer_id) AS id_checksum, COUNT(DISTINCT country) AS countries FROM demo_source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'target', COUNT(*), SUM(customer_id), COUNT(DISTINCT country) FROM demo_target;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Counts Alone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Result: source 10 rows, id checksum 55, 7 countries; target 10 rows, checksum 123, 6 countries.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Counts are equal, so a naive row count check passes even though one row was lost, one is extra and one corrupted.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checksum and country count differ: one check alone is not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Level 3: Row Differences With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315200" cy="1344168"/>
          </a:xfrm>
          <a:prstGeom prst="roundRect">
            <a:avLst>
              <a:gd name="adj" fmla="val 54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9128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'in source, not in target' AS problem, customer_id, full_name, country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(SELECT * FROM demo_source EXCEPT SELECT * FROM demo_target)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'in target, not in source', customer_id, full_name, country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(SELECT * FROM demo_target EXCEPT SELECT * FROM demo_source)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problem, 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90864" y="1783080"/>
            <a:ext cx="32909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Result: customer 4 on both sides with different content (IN vs XX); customer 9 missing from the target; customer 77 only in the target.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compares entire rows, so any changed column makes the row appear.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on the key (earlier lesson) can tell you which column differs.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Clean up with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DROP TABLE demo_source;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DROP TABLE demo_target;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Set-Up, Tear-Down,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Safe test data and a first Python check 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Set-Up and Tear-Down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Tests that write data must clean up after themselves, otherwise the next run starts dirty.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Mark every test record with a recognisable marker (a name prefix such as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TEST_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or an ID range such as 9000 to 9999).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Insert in parent-to-child order. Delete in child-to-parent order.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Verify that nothing with the marker remains.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Set-Up: Parent to Child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Full script: see the lesson.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680960" cy="1969008"/>
          </a:xfrm>
          <a:prstGeom prst="roundRect">
            <a:avLst>
              <a:gd name="adj" fmla="val 37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7278624" cy="167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BEGIN;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INSERT INTO customers (customer_id, full_name, email, country, created_date)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VALUES (9001, 'TEST_checkout_user', 'test_checkout@example.com', 'US', '2025-09-01');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INSERT INTO orders (order_id, customer_id, order_date, status, total_amount)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VALUES (9001, 9001, '2025-09-01', 'completed', 20.00);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INSERT INTO order_items (order_id, product_id, quantity, unit_price)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VALUES (9001, 5, 2, 10.00);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INSERT INTO payments (payment_id, order_id, amount, method, status)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VALUES (9001, 9001, 20.00, 'card', 'paid');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624" y="2221991"/>
            <a:ext cx="29251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Customer, then order, then item, then payment, inside one transaction.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Tear-Down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8046720" cy="2570988"/>
          </a:xfrm>
          <a:prstGeom prst="roundRect">
            <a:avLst>
              <a:gd name="adj" fmla="val 284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7644384" cy="2278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-- ... the test would run here ...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DELETE FROM payments    WHERE order_id = 9001;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DELETE FROM order_items WHERE order_id = 9001;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DELETE FROM orders      WHERE order_id = 9001;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DELETE FROM customers   WHERE customer_id = 9001;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COMMIT;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(SELECT COUNT(*) FROM customers WHERE full_name LIKE 'TEST_%')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+ (SELECT COUNT(*) FROM orders    WHERE order_id &gt;= 9000)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+ (SELECT COUNT(*) FROM order_items WHERE order_id &gt;= 9000)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+ (SELECT COUNT(*) FROM payments  WHERE order_id &gt;= 9000) AS leftover_test_rows;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22384" y="1783080"/>
            <a:ext cx="25594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Delete child to parent, always with the marker in the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clause;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COMMIT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leftover_test_rows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must be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 Many teams make this part of every tear-down, or run it once at the end of the suite.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Never run destructive clean-up on a shared or production database; use a dedicated test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Python: Define the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Python's built-in database module. Full script: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check_runner.py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in the lesson.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10424160" cy="1969008"/>
          </a:xfrm>
          <a:prstGeom prst="roundRect">
            <a:avLst>
              <a:gd name="adj" fmla="val 37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10021824" cy="167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sqlite3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conn = sqlite3.connect("qa_shop.db")          # the database created from the setup script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Each check: (name, SQL that returns the VIOLATING rows)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CHECKS = [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("duplicate customer emails",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"SELECT email FROM customers WHERE email IS NOT NULL GROUP BY email HAVING COUNT(*) &gt; 1"),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Python: The CHECKS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sqlite3.connect("qa_shop.db")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opens the database file created from the setup script.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CHECKS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a list of tuples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(name, sql)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each SQL string is a violations query.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SQL is passed as text: Python is your automation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Python: Run and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76656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36422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failures = 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for name, sql in CHECKS: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rows = conn.execute(sql).fetchall()      # list of violating rows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status = "PASS" if len(rows) == 0 else "FAIL"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print(f"{status}  {name}  ({len(rows)} violation(s))  {rows}")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if rows: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failures += 1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print(f"\n{failures} of {len(CHECKS)} checks failed")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conn.close()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conn.execute(sql).fetchall()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returns all violating rows as a list of tuples.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An empty list means pass; a non-empty list means failure, and the list is the evidence printed.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In a real framework, raise an exception or use an assertion (as in the unit-testing lesson) so the runner marks the run failed.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Python: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 against our practice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10424160" cy="1344168"/>
          </a:xfrm>
          <a:prstGeom prst="roundRect">
            <a:avLst>
              <a:gd name="adj" fmla="val 54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1002182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FAIL  duplicate customer emails  (1 violation(s))  [('bob@example.com',)]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FAIL  order items with quantity &lt;= 0  (1 violation(s))  [(16,)]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FAIL  orders pointing to a missing customer  (1 violation(s))  [(107,)]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PASS  negative order totals  (0 violation(s))  []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3 of 4 checks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Python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Project 1 asks you to organise checks like this into a proper module.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Testing frameworks for databases and APIs are covered in depth in a later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Good Habits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GOOD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Define the rule in words first ("every order has a customer who exists"), then write the query.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Return violating rows, not just counts, during investigation; counts are for dashboards.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Name and classify each check (category and severity) so results are triaged quickly.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your checks against deliberately bad data.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Know your NULLs: decide whether NULL is allowed for each column and test accordingly.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Good Habits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GOOD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Mind the join type: an inner join in a validation query can hide exactly the problems you look for.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a read-only account or a copy when you only need to read; keep destructive set-up/tear-down in a dedicated test database.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Record what you found: query, expected result, actual result and the offending IDs make perfect defect reports.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Automate repeatable checks and run them after every data load or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DIALECTS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patterns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 ... IS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NOT EXISTS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GROUP BY ... HAVING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 are standard and portable. Oracle names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MINUS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MySQL added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 8.0.31.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Format checks differ: SQLite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GLOB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PostgreSQL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~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regular expressions, MySQL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REGEXP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SQL Server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LIKE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with character ranges or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TRY_CAST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WITH ... AS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supported in modern versions of all major databases.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PRAGMA foreign_key_check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SQLite-specific.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SQLite lets you run a non-aggregated column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freely; other databases enforce the rule, so write portable grouping.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Testing only with clean data and never confirming that a check can fail.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where 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required to see the missing rows.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against a nullable column.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Treating NULL and empty string as the same, or ignoring one of them.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Comparing money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without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Cleaning up test data by guesswork instead of by marker.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Counting rows only (counts can be equal while the data is wrong); running destructive set-up or clean-up on the wrong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Test-data validation uses SQL to prove stored data is correct, complete and consistent, independent of the UI.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Write every check as a violations query: no rows (or a zero count) means pass; returned rows are your evidence.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Cover the eight families: counts, uniqueness, completeness, referential integrity, validity, consistency, business rules, reconciliation.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Combine checks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into a suite reporting check name, severity, violations and PASS/FAIL.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Equal row counts prove little; add checksums and a two-way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source/target reconciliation.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Prove checks can fail by planting bad data inside a transaction and rolling back.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Set up and tear down test data using markers, parent-to-child inserts and child-to-parent deletes, then verify nothing is left.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3517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60832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same queries plug into automation (for example from Python) so a build can fail when data is bad: the foundation of your Project 1 data-validation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Query Language overview (SELECT, EXCEPT, WITH)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Foreign Key Support (PRAGMA foreign_key_check)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https://www.sqlite.org/foreignkeys.html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documentation, sqlite3 module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https://docs.python.org/3/library/sqlite3.html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5752</Words>
  <Application>Microsoft Office PowerPoint</Application>
  <PresentationFormat>Widescreen</PresentationFormat>
  <Paragraphs>594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Courier New</vt:lpstr>
      <vt:lpstr>Wingdings</vt:lpstr>
      <vt:lpstr>Learners Point</vt:lpstr>
      <vt:lpstr>Test-Data Validation Using SQL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Validation Basics</vt:lpstr>
      <vt:lpstr>What Is Test-Data Validation?</vt:lpstr>
      <vt:lpstr>The Violations-Query Convention</vt:lpstr>
      <vt:lpstr>Categories of Checks</vt:lpstr>
      <vt:lpstr>Checks by Category</vt:lpstr>
      <vt:lpstr>Category 1: Row Counts</vt:lpstr>
      <vt:lpstr>Category 2: Uniqueness (1 of 2)</vt:lpstr>
      <vt:lpstr>Category 2: Uniqueness (2 of 2)</vt:lpstr>
      <vt:lpstr>Category 3: Completeness</vt:lpstr>
      <vt:lpstr>Category 4: Orders Without Customer</vt:lpstr>
      <vt:lpstr>Category 4: Order Lines</vt:lpstr>
      <vt:lpstr>Category 4: Payments, Parents</vt:lpstr>
      <vt:lpstr>Validity and Consistency</vt:lpstr>
      <vt:lpstr>Category 5: Impossible Numbers</vt:lpstr>
      <vt:lpstr>Category 5: Allowed Values</vt:lpstr>
      <vt:lpstr>Category 5: Formats</vt:lpstr>
      <vt:lpstr>Category 5: Logical Date Rule</vt:lpstr>
      <vt:lpstr>Category 6: Header vs Lines</vt:lpstr>
      <vt:lpstr>Category 6: Paid vs Total</vt:lpstr>
      <vt:lpstr>Category 6: Price vs Catalogue</vt:lpstr>
      <vt:lpstr>Category 7: Business Rules</vt:lpstr>
      <vt:lpstr>Business Rule Checks</vt:lpstr>
      <vt:lpstr>A Validation Suite</vt:lpstr>
      <vt:lpstr>One Row per Check</vt:lpstr>
      <vt:lpstr>The Suite Query (Excerpt)</vt:lpstr>
      <vt:lpstr>Reading the Suite Query</vt:lpstr>
      <vt:lpstr>Suite Result (1 of 2)</vt:lpstr>
      <vt:lpstr>Suite Result (2 of 2)</vt:lpstr>
      <vt:lpstr>Testing the Test</vt:lpstr>
      <vt:lpstr>What the Planted Row Proves</vt:lpstr>
      <vt:lpstr>Reconciliation</vt:lpstr>
      <vt:lpstr>Three Levels of Rigour</vt:lpstr>
      <vt:lpstr>Simulating a Faulty Migration</vt:lpstr>
      <vt:lpstr>Levels 1 and 2: Counts and Checksums</vt:lpstr>
      <vt:lpstr>Counts Alone Pass</vt:lpstr>
      <vt:lpstr>Level 3: Row Differences With EXCEPT</vt:lpstr>
      <vt:lpstr>Set-Up, Tear-Down, Automation</vt:lpstr>
      <vt:lpstr>Set-Up and Tear-Down Pattern</vt:lpstr>
      <vt:lpstr>Set-Up: Parent to Child</vt:lpstr>
      <vt:lpstr>Tear-Down and Verify</vt:lpstr>
      <vt:lpstr>Python: Define the Checks</vt:lpstr>
      <vt:lpstr>Python: The CHECKS List</vt:lpstr>
      <vt:lpstr>Python: Run and Report</vt:lpstr>
      <vt:lpstr>Python: Output</vt:lpstr>
      <vt:lpstr>Python Next Steps</vt:lpstr>
      <vt:lpstr>Good Habits (1 of 2)</vt:lpstr>
      <vt:lpstr>Good Habits (2 of 2)</vt:lpstr>
      <vt:lpstr>Dialect Notes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2026-10-20T11:38:00Z</dcterms:modified>
</cp:coreProperties>
</file>